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d8353173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d835317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3d8353173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3d8353173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d8353173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3d8353173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3d8353173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3d8353173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3d8353173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3d8353173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d8353173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d8353173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d8353173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d8353173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Alec’s Boardroom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787809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Fernando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It’s better to look good </a:t>
            </a:r>
            <a:endParaRPr b="0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/>
              <a:t>than to be good</a:t>
            </a:r>
            <a:r>
              <a:rPr lang="en"/>
              <a:t>”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04350"/>
            <a:ext cx="4480200" cy="26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Fernando is very critical and judgemental of people. He enjoys </a:t>
            </a:r>
            <a:r>
              <a:rPr lang="en" sz="1500"/>
              <a:t>mocking</a:t>
            </a:r>
            <a:r>
              <a:rPr lang="en" sz="1500"/>
              <a:t> others for their appearance, behaviour, opinions, or choices. He has a narrow world-view and does not tolerate diversity or change.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Key Message - </a:t>
            </a:r>
            <a:r>
              <a:rPr lang="en" sz="1500"/>
              <a:t>Don’t worry about what other’s think 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Not conforming to norms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</a:t>
            </a:r>
            <a:endParaRPr sz="15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700" y="1100525"/>
            <a:ext cx="2801575" cy="21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753506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You’re not worthy</a:t>
            </a:r>
            <a:r>
              <a:rPr lang="en"/>
              <a:t>”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1695550"/>
            <a:ext cx="44802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Fears being exposed as a fraud. Success so far has been determined by luck, timing, and </a:t>
            </a:r>
            <a:r>
              <a:rPr lang="en" sz="1500"/>
              <a:t>deceiving</a:t>
            </a:r>
            <a:r>
              <a:rPr lang="en" sz="1500"/>
              <a:t> others into thinking he’s more </a:t>
            </a:r>
            <a:r>
              <a:rPr lang="en" sz="1500"/>
              <a:t>competent</a:t>
            </a:r>
            <a:r>
              <a:rPr lang="en" sz="1500"/>
              <a:t> than he actually is. Doubts skills and talents, or </a:t>
            </a:r>
            <a:r>
              <a:rPr lang="en" sz="1500"/>
              <a:t>accomplishments and does not deserve their success.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Key Message - </a:t>
            </a:r>
            <a:r>
              <a:rPr lang="en" sz="1500"/>
              <a:t>You are worthy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Being found out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Not taking chances</a:t>
            </a:r>
            <a:endParaRPr b="1" sz="150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050" y="2006250"/>
            <a:ext cx="3629550" cy="198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769675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Logically…</a:t>
            </a:r>
            <a:r>
              <a:rPr lang="en"/>
              <a:t>”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1686975"/>
            <a:ext cx="44802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Sets a very high standard for logical analysis and limited mistakes. Does not tolerate mistakes or inconsistencies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Main Message</a:t>
            </a:r>
            <a:r>
              <a:rPr lang="en" sz="1500"/>
              <a:t> - Just enough analysis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Having an incorrect assessment or recommendation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over analyzing situations</a:t>
            </a:r>
            <a:endParaRPr sz="1500"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825" y="2030525"/>
            <a:ext cx="2737475" cy="20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769675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You can do it!</a:t>
            </a:r>
            <a:r>
              <a:rPr lang="en"/>
              <a:t>”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1686975"/>
            <a:ext cx="44802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Looks for ways to improve performance. Looks at building foundational skills, learning tactics for a given scenario, visualizing what success looks like.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Main Message</a:t>
            </a:r>
            <a:r>
              <a:rPr lang="en" sz="1500"/>
              <a:t> - Become the best version of yourself you can.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</a:t>
            </a:r>
            <a:r>
              <a:rPr lang="en" sz="1500"/>
              <a:t>Failure</a:t>
            </a:r>
            <a:r>
              <a:rPr lang="en" sz="1500"/>
              <a:t> due to lack of practice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Setting high expectations</a:t>
            </a:r>
            <a:endParaRPr sz="1500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050" y="1457275"/>
            <a:ext cx="3629550" cy="272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769675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Alexander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We’re going that way</a:t>
            </a:r>
            <a:r>
              <a:rPr lang="en"/>
              <a:t>”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1686975"/>
            <a:ext cx="44802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Paints a compelling vision for the future as well as the strategy and tactics in how to get there. Leads from the front and is working to make everyone </a:t>
            </a:r>
            <a:r>
              <a:rPr lang="en" sz="1500"/>
              <a:t>sound</a:t>
            </a:r>
            <a:r>
              <a:rPr lang="en" sz="1500"/>
              <a:t> him more successful.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Main Message</a:t>
            </a:r>
            <a:r>
              <a:rPr lang="en" sz="1500"/>
              <a:t> - We’re in this together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Looking behind and having no followers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Choosing the wrong moment to take the leadership position.</a:t>
            </a:r>
            <a:endParaRPr sz="1500"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600" y="1729850"/>
            <a:ext cx="3173825" cy="19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769675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Don’t need to do that now</a:t>
            </a:r>
            <a:r>
              <a:rPr lang="en"/>
              <a:t>”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1686975"/>
            <a:ext cx="44802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Puts things off until the last minute or decides other things are more important. Participates in trivial or non-important activities vs. more important things.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Main Message</a:t>
            </a:r>
            <a:r>
              <a:rPr lang="en" sz="1500"/>
              <a:t> - Get it done!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Not completing something important to myself or others.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Not re-negotiating commitments</a:t>
            </a:r>
            <a:endParaRPr sz="1500"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200" y="958725"/>
            <a:ext cx="2139201" cy="36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769675"/>
            <a:ext cx="4754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0" i="1" lang="en"/>
              <a:t>Live and Love in the moment</a:t>
            </a:r>
            <a:r>
              <a:rPr lang="en"/>
              <a:t>”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29450" y="1686975"/>
            <a:ext cx="44802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Be excited for all of the small things. Going for a walk, chasing a ball, eating a meal. Make sure you wag your tail so that everyone else knows you’re excited.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Main Message</a:t>
            </a:r>
            <a:r>
              <a:rPr lang="en" sz="1500"/>
              <a:t> - Enjoy life!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Biggest Fear</a:t>
            </a:r>
            <a:r>
              <a:rPr lang="en" sz="1500"/>
              <a:t> - I don’t have people to play with me.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Biggest Threat to me</a:t>
            </a:r>
            <a:r>
              <a:rPr lang="en" sz="1500"/>
              <a:t> - Not appreciating the small moments.</a:t>
            </a:r>
            <a:endParaRPr sz="1500"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850" y="1178650"/>
            <a:ext cx="2657875" cy="343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