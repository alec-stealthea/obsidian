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comments/modernComment_108_87660559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4"/>
  </p:sldMasterIdLst>
  <p:notesMasterIdLst>
    <p:notesMasterId r:id="rId13"/>
  </p:notesMasterIdLst>
  <p:sldIdLst>
    <p:sldId id="256" r:id="rId5"/>
    <p:sldId id="282" r:id="rId6"/>
    <p:sldId id="284" r:id="rId7"/>
    <p:sldId id="264" r:id="rId8"/>
    <p:sldId id="270" r:id="rId9"/>
    <p:sldId id="273" r:id="rId10"/>
    <p:sldId id="274" r:id="rId11"/>
    <p:sldId id="27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E7A216-142E-D9AD-A521-BE6909F3B663}" name="Alec Blair" initials="AB" userId="S::alec.blair@albertahealthservices.ca::d695081c-6e54-4126-9b9c-e49c5dae6350" providerId="AD"/>
  <p188:author id="{2323F38C-3DA0-68E3-F0EB-5B50797AF5AD}" name="Alec Blair" initials="AB" userId="S::Alec.Blair@albertahealthservices.ca::d695081c-6e54-4126-9b9c-e49c5dae63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53C35-174C-41AC-93C4-99C4B5210EFD}" v="2" dt="2026-01-21T18:50:58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47" autoAdjust="0"/>
    <p:restoredTop sz="97386" autoAdjust="0"/>
  </p:normalViewPr>
  <p:slideViewPr>
    <p:cSldViewPr snapToGrid="0">
      <p:cViewPr varScale="1">
        <p:scale>
          <a:sx n="222" d="100"/>
          <a:sy n="222" d="100"/>
        </p:scale>
        <p:origin x="3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omments/modernComment_108_876605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0622A60-C40D-4E1F-8593-8818121C91FB}" authorId="{5AE7A216-142E-D9AD-A521-BE6909F3B663}" created="2025-06-16T15:32:29.9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71610201" sldId="264"/>
      <ac:spMk id="13" creationId="{7C95478A-FFB1-50D8-D594-D52C855087EC}"/>
    </ac:deMkLst>
    <p188:replyLst>
      <p188:reply id="{397C03A1-87FA-46C4-99D3-AE156F10BC6A}" authorId="{5AE7A216-142E-D9AD-A521-BE6909F3B663}" created="2025-06-16T15:41:27.040">
        <p188:txBody>
          <a:bodyPr/>
          <a:lstStyle/>
          <a:p>
            <a:r>
              <a:rPr lang="en-US"/>
              <a:t>This will require analytic tools for historical patterns, linked lab tests + WGS, etc. )</a:t>
            </a:r>
          </a:p>
        </p188:txBody>
      </p188:reply>
    </p188:replyLst>
    <p188:txBody>
      <a:bodyPr/>
      <a:lstStyle/>
      <a:p>
        <a:r>
          <a:rPr lang="en-US"/>
          <a:t>Candidate could be a) that this is an outbreak candidate or that an individual disease episode is a candidate for an outbreak.</a:t>
        </a:r>
      </a:p>
    </p188:txBody>
  </p188:cm>
  <p188:cm id="{70F58056-EC9A-4D33-9D19-A53A954779D2}" authorId="{5AE7A216-142E-D9AD-A521-BE6909F3B663}" created="2025-06-16T15:44:33.2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71610201" sldId="264"/>
      <ac:spMk id="181" creationId="{A6938BBF-6E25-95F0-59B1-86367ECDD733}"/>
    </ac:deMkLst>
    <p188:txBody>
      <a:bodyPr/>
      <a:lstStyle/>
      <a:p>
        <a:r>
          <a:rPr lang="en-US"/>
          <a:t>Within 24 hours</a:t>
        </a:r>
      </a:p>
    </p188:txBody>
  </p188:cm>
  <p188:cm id="{34F0A8A9-1414-40CB-B1DC-4A307A1858D0}" authorId="{5AE7A216-142E-D9AD-A521-BE6909F3B663}" created="2025-06-16T15:46:41.9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71610201" sldId="264"/>
      <ac:spMk id="33" creationId="{5064FA9C-4914-C941-E465-E99B3B17F8EB}"/>
    </ac:deMkLst>
    <p188:txBody>
      <a:bodyPr/>
      <a:lstStyle/>
      <a:p>
        <a:r>
          <a:rPr lang="en-US"/>
          <a:t>Only 5% of the time the EI does not result in formal outbreak.  within 48 hours of declaring and outbreak.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E81648-00F5-1C43-8611-EB412925AB27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978E3FA0-AD1A-6F4E-A754-A38E158F36AD}">
      <dgm:prSet phldrT="[Text]"/>
      <dgm:spPr>
        <a:solidFill>
          <a:schemeClr val="accent6"/>
        </a:solidFill>
      </dgm:spPr>
      <dgm:t>
        <a:bodyPr/>
        <a:lstStyle/>
        <a:p>
          <a:r>
            <a:rPr lang="en-US">
              <a:solidFill>
                <a:schemeClr val="bg1"/>
              </a:solidFill>
            </a:rPr>
            <a:t>Confirm</a:t>
          </a:r>
        </a:p>
      </dgm:t>
    </dgm:pt>
    <dgm:pt modelId="{95B12F1D-A180-424A-8FC7-540056D48D9B}" type="parTrans" cxnId="{0AFF6A09-806B-B648-B54D-BA6457C18CB9}">
      <dgm:prSet/>
      <dgm:spPr/>
      <dgm:t>
        <a:bodyPr/>
        <a:lstStyle/>
        <a:p>
          <a:endParaRPr lang="en-US"/>
        </a:p>
      </dgm:t>
    </dgm:pt>
    <dgm:pt modelId="{9742A25A-F7E2-6A4B-B20E-EABF8E451D23}" type="sibTrans" cxnId="{0AFF6A09-806B-B648-B54D-BA6457C18CB9}">
      <dgm:prSet/>
      <dgm:spPr/>
      <dgm:t>
        <a:bodyPr/>
        <a:lstStyle/>
        <a:p>
          <a:endParaRPr lang="en-US"/>
        </a:p>
      </dgm:t>
    </dgm:pt>
    <dgm:pt modelId="{FADC2C43-EAF0-C748-9D90-DA828BE326CB}">
      <dgm:prSet phldrT="[Text]"/>
      <dgm:spPr>
        <a:solidFill>
          <a:schemeClr val="accent6"/>
        </a:solidFill>
      </dgm:spPr>
      <dgm:t>
        <a:bodyPr/>
        <a:lstStyle/>
        <a:p>
          <a:r>
            <a:rPr lang="en-US">
              <a:solidFill>
                <a:schemeClr val="bg1"/>
              </a:solidFill>
            </a:rPr>
            <a:t>Investigate</a:t>
          </a:r>
        </a:p>
      </dgm:t>
    </dgm:pt>
    <dgm:pt modelId="{B25766C1-0BAB-3641-831B-90BD84C5C5C3}" type="parTrans" cxnId="{3C04104A-94A4-A74F-AC37-CB4DA77E90B6}">
      <dgm:prSet/>
      <dgm:spPr/>
      <dgm:t>
        <a:bodyPr/>
        <a:lstStyle/>
        <a:p>
          <a:endParaRPr lang="en-US"/>
        </a:p>
      </dgm:t>
    </dgm:pt>
    <dgm:pt modelId="{BE896ED5-0041-EB42-B23F-5D394CDA61D5}" type="sibTrans" cxnId="{3C04104A-94A4-A74F-AC37-CB4DA77E90B6}">
      <dgm:prSet/>
      <dgm:spPr/>
      <dgm:t>
        <a:bodyPr/>
        <a:lstStyle/>
        <a:p>
          <a:endParaRPr lang="en-US"/>
        </a:p>
      </dgm:t>
    </dgm:pt>
    <dgm:pt modelId="{75BBCB12-748D-9148-B049-48880838F889}">
      <dgm:prSet phldrT="[Text]"/>
      <dgm:spPr>
        <a:solidFill>
          <a:schemeClr val="accent6"/>
        </a:solidFill>
      </dgm:spPr>
      <dgm:t>
        <a:bodyPr/>
        <a:lstStyle/>
        <a:p>
          <a:r>
            <a:rPr lang="en-US">
              <a:solidFill>
                <a:schemeClr val="bg1"/>
              </a:solidFill>
            </a:rPr>
            <a:t>Intervene</a:t>
          </a:r>
        </a:p>
      </dgm:t>
    </dgm:pt>
    <dgm:pt modelId="{4957B683-6FA4-E34D-805F-F34F03977FD1}" type="parTrans" cxnId="{7DD4C601-39B3-3D4A-811D-6507A3D6080A}">
      <dgm:prSet/>
      <dgm:spPr/>
      <dgm:t>
        <a:bodyPr/>
        <a:lstStyle/>
        <a:p>
          <a:endParaRPr lang="en-US"/>
        </a:p>
      </dgm:t>
    </dgm:pt>
    <dgm:pt modelId="{46BF243B-5D4B-8D43-A61D-1D2292D7D9F9}" type="sibTrans" cxnId="{7DD4C601-39B3-3D4A-811D-6507A3D6080A}">
      <dgm:prSet/>
      <dgm:spPr/>
      <dgm:t>
        <a:bodyPr/>
        <a:lstStyle/>
        <a:p>
          <a:endParaRPr lang="en-US"/>
        </a:p>
      </dgm:t>
    </dgm:pt>
    <dgm:pt modelId="{4C753CF8-7028-4443-959E-916EBBF23870}">
      <dgm:prSet phldrT="[Text]"/>
      <dgm:spPr>
        <a:solidFill>
          <a:schemeClr val="accent6"/>
        </a:solidFill>
      </dgm:spPr>
      <dgm:t>
        <a:bodyPr/>
        <a:lstStyle/>
        <a:p>
          <a:r>
            <a:rPr lang="en-US">
              <a:solidFill>
                <a:schemeClr val="bg1"/>
              </a:solidFill>
            </a:rPr>
            <a:t>Close</a:t>
          </a:r>
        </a:p>
      </dgm:t>
    </dgm:pt>
    <dgm:pt modelId="{D79DE87A-DB9E-E246-B110-F7AE72DE4121}" type="parTrans" cxnId="{11F41B9B-0C4C-5E49-A9DF-C91F7C949732}">
      <dgm:prSet/>
      <dgm:spPr/>
      <dgm:t>
        <a:bodyPr/>
        <a:lstStyle/>
        <a:p>
          <a:endParaRPr lang="en-US"/>
        </a:p>
      </dgm:t>
    </dgm:pt>
    <dgm:pt modelId="{F629573D-9CAA-6041-B678-163D62B0283B}" type="sibTrans" cxnId="{11F41B9B-0C4C-5E49-A9DF-C91F7C949732}">
      <dgm:prSet/>
      <dgm:spPr/>
      <dgm:t>
        <a:bodyPr/>
        <a:lstStyle/>
        <a:p>
          <a:endParaRPr lang="en-US"/>
        </a:p>
      </dgm:t>
    </dgm:pt>
    <dgm:pt modelId="{51ECB86A-98C8-3E4C-AD78-4F92BFE45F1A}" type="pres">
      <dgm:prSet presAssocID="{2FE81648-00F5-1C43-8611-EB412925AB27}" presName="Name0" presStyleCnt="0">
        <dgm:presLayoutVars>
          <dgm:dir/>
          <dgm:animLvl val="lvl"/>
          <dgm:resizeHandles val="exact"/>
        </dgm:presLayoutVars>
      </dgm:prSet>
      <dgm:spPr/>
    </dgm:pt>
    <dgm:pt modelId="{B4AAF00F-BDA6-5442-A732-AE0783CF1E08}" type="pres">
      <dgm:prSet presAssocID="{978E3FA0-AD1A-6F4E-A754-A38E158F36AD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4630F62-0BA1-EC42-95C9-02124C5B3162}" type="pres">
      <dgm:prSet presAssocID="{9742A25A-F7E2-6A4B-B20E-EABF8E451D23}" presName="parTxOnlySpace" presStyleCnt="0"/>
      <dgm:spPr/>
    </dgm:pt>
    <dgm:pt modelId="{464382CA-52CB-EF47-8F5A-0CB3FD00098B}" type="pres">
      <dgm:prSet presAssocID="{FADC2C43-EAF0-C748-9D90-DA828BE326C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19F79D8-8A42-404C-87C1-745592843BD6}" type="pres">
      <dgm:prSet presAssocID="{BE896ED5-0041-EB42-B23F-5D394CDA61D5}" presName="parTxOnlySpace" presStyleCnt="0"/>
      <dgm:spPr/>
    </dgm:pt>
    <dgm:pt modelId="{FD2F74A0-F60A-324E-A365-7DC2D88B9D45}" type="pres">
      <dgm:prSet presAssocID="{75BBCB12-748D-9148-B049-48880838F889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C1A35F9-704B-D64F-BB7B-D79A51F8320E}" type="pres">
      <dgm:prSet presAssocID="{46BF243B-5D4B-8D43-A61D-1D2292D7D9F9}" presName="parTxOnlySpace" presStyleCnt="0"/>
      <dgm:spPr/>
    </dgm:pt>
    <dgm:pt modelId="{F4F1613F-603F-FC43-A7BA-52D6712139BB}" type="pres">
      <dgm:prSet presAssocID="{4C753CF8-7028-4443-959E-916EBBF23870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D4C601-39B3-3D4A-811D-6507A3D6080A}" srcId="{2FE81648-00F5-1C43-8611-EB412925AB27}" destId="{75BBCB12-748D-9148-B049-48880838F889}" srcOrd="2" destOrd="0" parTransId="{4957B683-6FA4-E34D-805F-F34F03977FD1}" sibTransId="{46BF243B-5D4B-8D43-A61D-1D2292D7D9F9}"/>
    <dgm:cxn modelId="{0AFF6A09-806B-B648-B54D-BA6457C18CB9}" srcId="{2FE81648-00F5-1C43-8611-EB412925AB27}" destId="{978E3FA0-AD1A-6F4E-A754-A38E158F36AD}" srcOrd="0" destOrd="0" parTransId="{95B12F1D-A180-424A-8FC7-540056D48D9B}" sibTransId="{9742A25A-F7E2-6A4B-B20E-EABF8E451D23}"/>
    <dgm:cxn modelId="{CB918F0C-98D2-2B4E-8BC8-7B7E4AD2AC12}" type="presOf" srcId="{978E3FA0-AD1A-6F4E-A754-A38E158F36AD}" destId="{B4AAF00F-BDA6-5442-A732-AE0783CF1E08}" srcOrd="0" destOrd="0" presId="urn:microsoft.com/office/officeart/2005/8/layout/chevron1"/>
    <dgm:cxn modelId="{BED2A334-C7DC-F04D-8F6B-E5AB1F25155A}" type="presOf" srcId="{75BBCB12-748D-9148-B049-48880838F889}" destId="{FD2F74A0-F60A-324E-A365-7DC2D88B9D45}" srcOrd="0" destOrd="0" presId="urn:microsoft.com/office/officeart/2005/8/layout/chevron1"/>
    <dgm:cxn modelId="{3C04104A-94A4-A74F-AC37-CB4DA77E90B6}" srcId="{2FE81648-00F5-1C43-8611-EB412925AB27}" destId="{FADC2C43-EAF0-C748-9D90-DA828BE326CB}" srcOrd="1" destOrd="0" parTransId="{B25766C1-0BAB-3641-831B-90BD84C5C5C3}" sibTransId="{BE896ED5-0041-EB42-B23F-5D394CDA61D5}"/>
    <dgm:cxn modelId="{C851C851-98B9-054A-B67F-9FA8DD0B4EDB}" type="presOf" srcId="{FADC2C43-EAF0-C748-9D90-DA828BE326CB}" destId="{464382CA-52CB-EF47-8F5A-0CB3FD00098B}" srcOrd="0" destOrd="0" presId="urn:microsoft.com/office/officeart/2005/8/layout/chevron1"/>
    <dgm:cxn modelId="{C46AB25E-65C3-D944-A044-0426A16FD57F}" type="presOf" srcId="{2FE81648-00F5-1C43-8611-EB412925AB27}" destId="{51ECB86A-98C8-3E4C-AD78-4F92BFE45F1A}" srcOrd="0" destOrd="0" presId="urn:microsoft.com/office/officeart/2005/8/layout/chevron1"/>
    <dgm:cxn modelId="{808B8171-31BB-754D-B866-9359F27497CC}" type="presOf" srcId="{4C753CF8-7028-4443-959E-916EBBF23870}" destId="{F4F1613F-603F-FC43-A7BA-52D6712139BB}" srcOrd="0" destOrd="0" presId="urn:microsoft.com/office/officeart/2005/8/layout/chevron1"/>
    <dgm:cxn modelId="{11F41B9B-0C4C-5E49-A9DF-C91F7C949732}" srcId="{2FE81648-00F5-1C43-8611-EB412925AB27}" destId="{4C753CF8-7028-4443-959E-916EBBF23870}" srcOrd="3" destOrd="0" parTransId="{D79DE87A-DB9E-E246-B110-F7AE72DE4121}" sibTransId="{F629573D-9CAA-6041-B678-163D62B0283B}"/>
    <dgm:cxn modelId="{84362786-32CB-714D-8D4B-AB54554D8B45}" type="presParOf" srcId="{51ECB86A-98C8-3E4C-AD78-4F92BFE45F1A}" destId="{B4AAF00F-BDA6-5442-A732-AE0783CF1E08}" srcOrd="0" destOrd="0" presId="urn:microsoft.com/office/officeart/2005/8/layout/chevron1"/>
    <dgm:cxn modelId="{C7A7453A-40D3-6048-9294-0E695AADB0AD}" type="presParOf" srcId="{51ECB86A-98C8-3E4C-AD78-4F92BFE45F1A}" destId="{A4630F62-0BA1-EC42-95C9-02124C5B3162}" srcOrd="1" destOrd="0" presId="urn:microsoft.com/office/officeart/2005/8/layout/chevron1"/>
    <dgm:cxn modelId="{A2D44768-7E26-7643-8939-E5A2BEF266CA}" type="presParOf" srcId="{51ECB86A-98C8-3E4C-AD78-4F92BFE45F1A}" destId="{464382CA-52CB-EF47-8F5A-0CB3FD00098B}" srcOrd="2" destOrd="0" presId="urn:microsoft.com/office/officeart/2005/8/layout/chevron1"/>
    <dgm:cxn modelId="{6F9D4442-B26E-9942-AFF8-671E042ABDAD}" type="presParOf" srcId="{51ECB86A-98C8-3E4C-AD78-4F92BFE45F1A}" destId="{019F79D8-8A42-404C-87C1-745592843BD6}" srcOrd="3" destOrd="0" presId="urn:microsoft.com/office/officeart/2005/8/layout/chevron1"/>
    <dgm:cxn modelId="{CFEF1B53-D964-5744-9DCB-4F427E2DB956}" type="presParOf" srcId="{51ECB86A-98C8-3E4C-AD78-4F92BFE45F1A}" destId="{FD2F74A0-F60A-324E-A365-7DC2D88B9D45}" srcOrd="4" destOrd="0" presId="urn:microsoft.com/office/officeart/2005/8/layout/chevron1"/>
    <dgm:cxn modelId="{435BF238-2F70-1F4F-8374-EC9649923E0D}" type="presParOf" srcId="{51ECB86A-98C8-3E4C-AD78-4F92BFE45F1A}" destId="{7C1A35F9-704B-D64F-BB7B-D79A51F8320E}" srcOrd="5" destOrd="0" presId="urn:microsoft.com/office/officeart/2005/8/layout/chevron1"/>
    <dgm:cxn modelId="{48B8D52C-EDAF-104D-841C-C944ECD4429D}" type="presParOf" srcId="{51ECB86A-98C8-3E4C-AD78-4F92BFE45F1A}" destId="{F4F1613F-603F-FC43-A7BA-52D6712139BB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E81648-00F5-1C43-8611-EB412925AB27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978E3FA0-AD1A-6F4E-A754-A38E158F36AD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500">
              <a:solidFill>
                <a:schemeClr val="bg1"/>
              </a:solidFill>
            </a:rPr>
            <a:t>Register</a:t>
          </a:r>
        </a:p>
      </dgm:t>
    </dgm:pt>
    <dgm:pt modelId="{95B12F1D-A180-424A-8FC7-540056D48D9B}" type="parTrans" cxnId="{0AFF6A09-806B-B648-B54D-BA6457C18CB9}">
      <dgm:prSet/>
      <dgm:spPr/>
      <dgm:t>
        <a:bodyPr/>
        <a:lstStyle/>
        <a:p>
          <a:endParaRPr lang="en-US"/>
        </a:p>
      </dgm:t>
    </dgm:pt>
    <dgm:pt modelId="{9742A25A-F7E2-6A4B-B20E-EABF8E451D23}" type="sibTrans" cxnId="{0AFF6A09-806B-B648-B54D-BA6457C18CB9}">
      <dgm:prSet/>
      <dgm:spPr/>
      <dgm:t>
        <a:bodyPr/>
        <a:lstStyle/>
        <a:p>
          <a:endParaRPr lang="en-US"/>
        </a:p>
      </dgm:t>
    </dgm:pt>
    <dgm:pt modelId="{FADC2C43-EAF0-C748-9D90-DA828BE326CB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500">
              <a:solidFill>
                <a:schemeClr val="bg1"/>
              </a:solidFill>
            </a:rPr>
            <a:t>Assess</a:t>
          </a:r>
        </a:p>
      </dgm:t>
    </dgm:pt>
    <dgm:pt modelId="{B25766C1-0BAB-3641-831B-90BD84C5C5C3}" type="parTrans" cxnId="{3C04104A-94A4-A74F-AC37-CB4DA77E90B6}">
      <dgm:prSet/>
      <dgm:spPr/>
      <dgm:t>
        <a:bodyPr/>
        <a:lstStyle/>
        <a:p>
          <a:endParaRPr lang="en-US"/>
        </a:p>
      </dgm:t>
    </dgm:pt>
    <dgm:pt modelId="{BE896ED5-0041-EB42-B23F-5D394CDA61D5}" type="sibTrans" cxnId="{3C04104A-94A4-A74F-AC37-CB4DA77E90B6}">
      <dgm:prSet/>
      <dgm:spPr/>
      <dgm:t>
        <a:bodyPr/>
        <a:lstStyle/>
        <a:p>
          <a:endParaRPr lang="en-US"/>
        </a:p>
      </dgm:t>
    </dgm:pt>
    <dgm:pt modelId="{81FED903-8879-944D-8982-5676C5161F67}">
      <dgm:prSet phldrT="[Text]" custT="1"/>
      <dgm:spPr>
        <a:solidFill>
          <a:schemeClr val="accent3"/>
        </a:solidFill>
      </dgm:spPr>
      <dgm:t>
        <a:bodyPr/>
        <a:lstStyle/>
        <a:p>
          <a:pPr rtl="0"/>
          <a:r>
            <a:rPr lang="en-US" sz="1500">
              <a:solidFill>
                <a:schemeClr val="bg1"/>
              </a:solidFill>
              <a:latin typeface="Arial" panose="020B0604020202020204"/>
            </a:rPr>
            <a:t>Plan</a:t>
          </a:r>
          <a:endParaRPr lang="en-US" sz="1500">
            <a:solidFill>
              <a:schemeClr val="bg1"/>
            </a:solidFill>
          </a:endParaRPr>
        </a:p>
      </dgm:t>
    </dgm:pt>
    <dgm:pt modelId="{A2069193-BD8F-7E49-A86C-4E690D38A5B1}" type="parTrans" cxnId="{E0893582-09E0-6548-AF37-E59238A09F11}">
      <dgm:prSet/>
      <dgm:spPr/>
      <dgm:t>
        <a:bodyPr/>
        <a:lstStyle/>
        <a:p>
          <a:endParaRPr lang="en-US"/>
        </a:p>
      </dgm:t>
    </dgm:pt>
    <dgm:pt modelId="{175BF783-860D-424F-86A2-905AD3063C46}" type="sibTrans" cxnId="{E0893582-09E0-6548-AF37-E59238A09F11}">
      <dgm:prSet/>
      <dgm:spPr/>
      <dgm:t>
        <a:bodyPr/>
        <a:lstStyle/>
        <a:p>
          <a:endParaRPr lang="en-US"/>
        </a:p>
      </dgm:t>
    </dgm:pt>
    <dgm:pt modelId="{75BBCB12-748D-9148-B049-48880838F889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500">
              <a:solidFill>
                <a:schemeClr val="bg1"/>
              </a:solidFill>
            </a:rPr>
            <a:t>Treat</a:t>
          </a:r>
        </a:p>
      </dgm:t>
    </dgm:pt>
    <dgm:pt modelId="{4957B683-6FA4-E34D-805F-F34F03977FD1}" type="parTrans" cxnId="{7DD4C601-39B3-3D4A-811D-6507A3D6080A}">
      <dgm:prSet/>
      <dgm:spPr/>
      <dgm:t>
        <a:bodyPr/>
        <a:lstStyle/>
        <a:p>
          <a:endParaRPr lang="en-US"/>
        </a:p>
      </dgm:t>
    </dgm:pt>
    <dgm:pt modelId="{46BF243B-5D4B-8D43-A61D-1D2292D7D9F9}" type="sibTrans" cxnId="{7DD4C601-39B3-3D4A-811D-6507A3D6080A}">
      <dgm:prSet/>
      <dgm:spPr/>
      <dgm:t>
        <a:bodyPr/>
        <a:lstStyle/>
        <a:p>
          <a:endParaRPr lang="en-US"/>
        </a:p>
      </dgm:t>
    </dgm:pt>
    <dgm:pt modelId="{4C753CF8-7028-4443-959E-916EBBF23870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500">
              <a:solidFill>
                <a:schemeClr val="bg1"/>
              </a:solidFill>
            </a:rPr>
            <a:t>Follow-up</a:t>
          </a:r>
        </a:p>
      </dgm:t>
    </dgm:pt>
    <dgm:pt modelId="{D79DE87A-DB9E-E246-B110-F7AE72DE4121}" type="parTrans" cxnId="{11F41B9B-0C4C-5E49-A9DF-C91F7C949732}">
      <dgm:prSet/>
      <dgm:spPr/>
      <dgm:t>
        <a:bodyPr/>
        <a:lstStyle/>
        <a:p>
          <a:endParaRPr lang="en-US"/>
        </a:p>
      </dgm:t>
    </dgm:pt>
    <dgm:pt modelId="{F629573D-9CAA-6041-B678-163D62B0283B}" type="sibTrans" cxnId="{11F41B9B-0C4C-5E49-A9DF-C91F7C949732}">
      <dgm:prSet/>
      <dgm:spPr/>
      <dgm:t>
        <a:bodyPr/>
        <a:lstStyle/>
        <a:p>
          <a:endParaRPr lang="en-US"/>
        </a:p>
      </dgm:t>
    </dgm:pt>
    <dgm:pt modelId="{51ECB86A-98C8-3E4C-AD78-4F92BFE45F1A}" type="pres">
      <dgm:prSet presAssocID="{2FE81648-00F5-1C43-8611-EB412925AB27}" presName="Name0" presStyleCnt="0">
        <dgm:presLayoutVars>
          <dgm:dir/>
          <dgm:animLvl val="lvl"/>
          <dgm:resizeHandles val="exact"/>
        </dgm:presLayoutVars>
      </dgm:prSet>
      <dgm:spPr/>
    </dgm:pt>
    <dgm:pt modelId="{B4AAF00F-BDA6-5442-A732-AE0783CF1E08}" type="pres">
      <dgm:prSet presAssocID="{978E3FA0-AD1A-6F4E-A754-A38E158F36A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4630F62-0BA1-EC42-95C9-02124C5B3162}" type="pres">
      <dgm:prSet presAssocID="{9742A25A-F7E2-6A4B-B20E-EABF8E451D23}" presName="parTxOnlySpace" presStyleCnt="0"/>
      <dgm:spPr/>
    </dgm:pt>
    <dgm:pt modelId="{464382CA-52CB-EF47-8F5A-0CB3FD00098B}" type="pres">
      <dgm:prSet presAssocID="{FADC2C43-EAF0-C748-9D90-DA828BE326C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19F79D8-8A42-404C-87C1-745592843BD6}" type="pres">
      <dgm:prSet presAssocID="{BE896ED5-0041-EB42-B23F-5D394CDA61D5}" presName="parTxOnlySpace" presStyleCnt="0"/>
      <dgm:spPr/>
    </dgm:pt>
    <dgm:pt modelId="{7C4CC9D4-B4FE-004E-8987-43FD33926934}" type="pres">
      <dgm:prSet presAssocID="{81FED903-8879-944D-8982-5676C5161F6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ABA4A82-8D1F-1846-96FA-720AFD39BF77}" type="pres">
      <dgm:prSet presAssocID="{175BF783-860D-424F-86A2-905AD3063C46}" presName="parTxOnlySpace" presStyleCnt="0"/>
      <dgm:spPr/>
    </dgm:pt>
    <dgm:pt modelId="{FD2F74A0-F60A-324E-A365-7DC2D88B9D45}" type="pres">
      <dgm:prSet presAssocID="{75BBCB12-748D-9148-B049-48880838F88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C1A35F9-704B-D64F-BB7B-D79A51F8320E}" type="pres">
      <dgm:prSet presAssocID="{46BF243B-5D4B-8D43-A61D-1D2292D7D9F9}" presName="parTxOnlySpace" presStyleCnt="0"/>
      <dgm:spPr/>
    </dgm:pt>
    <dgm:pt modelId="{F4F1613F-603F-FC43-A7BA-52D6712139BB}" type="pres">
      <dgm:prSet presAssocID="{4C753CF8-7028-4443-959E-916EBBF2387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DD4C601-39B3-3D4A-811D-6507A3D6080A}" srcId="{2FE81648-00F5-1C43-8611-EB412925AB27}" destId="{75BBCB12-748D-9148-B049-48880838F889}" srcOrd="3" destOrd="0" parTransId="{4957B683-6FA4-E34D-805F-F34F03977FD1}" sibTransId="{46BF243B-5D4B-8D43-A61D-1D2292D7D9F9}"/>
    <dgm:cxn modelId="{0AFF6A09-806B-B648-B54D-BA6457C18CB9}" srcId="{2FE81648-00F5-1C43-8611-EB412925AB27}" destId="{978E3FA0-AD1A-6F4E-A754-A38E158F36AD}" srcOrd="0" destOrd="0" parTransId="{95B12F1D-A180-424A-8FC7-540056D48D9B}" sibTransId="{9742A25A-F7E2-6A4B-B20E-EABF8E451D23}"/>
    <dgm:cxn modelId="{CB918F0C-98D2-2B4E-8BC8-7B7E4AD2AC12}" type="presOf" srcId="{978E3FA0-AD1A-6F4E-A754-A38E158F36AD}" destId="{B4AAF00F-BDA6-5442-A732-AE0783CF1E08}" srcOrd="0" destOrd="0" presId="urn:microsoft.com/office/officeart/2005/8/layout/chevron1"/>
    <dgm:cxn modelId="{BED2A334-C7DC-F04D-8F6B-E5AB1F25155A}" type="presOf" srcId="{75BBCB12-748D-9148-B049-48880838F889}" destId="{FD2F74A0-F60A-324E-A365-7DC2D88B9D45}" srcOrd="0" destOrd="0" presId="urn:microsoft.com/office/officeart/2005/8/layout/chevron1"/>
    <dgm:cxn modelId="{3C04104A-94A4-A74F-AC37-CB4DA77E90B6}" srcId="{2FE81648-00F5-1C43-8611-EB412925AB27}" destId="{FADC2C43-EAF0-C748-9D90-DA828BE326CB}" srcOrd="1" destOrd="0" parTransId="{B25766C1-0BAB-3641-831B-90BD84C5C5C3}" sibTransId="{BE896ED5-0041-EB42-B23F-5D394CDA61D5}"/>
    <dgm:cxn modelId="{C851C851-98B9-054A-B67F-9FA8DD0B4EDB}" type="presOf" srcId="{FADC2C43-EAF0-C748-9D90-DA828BE326CB}" destId="{464382CA-52CB-EF47-8F5A-0CB3FD00098B}" srcOrd="0" destOrd="0" presId="urn:microsoft.com/office/officeart/2005/8/layout/chevron1"/>
    <dgm:cxn modelId="{C46AB25E-65C3-D944-A044-0426A16FD57F}" type="presOf" srcId="{2FE81648-00F5-1C43-8611-EB412925AB27}" destId="{51ECB86A-98C8-3E4C-AD78-4F92BFE45F1A}" srcOrd="0" destOrd="0" presId="urn:microsoft.com/office/officeart/2005/8/layout/chevron1"/>
    <dgm:cxn modelId="{1E33B866-DF46-904F-B1E6-3513112FF3A8}" type="presOf" srcId="{81FED903-8879-944D-8982-5676C5161F67}" destId="{7C4CC9D4-B4FE-004E-8987-43FD33926934}" srcOrd="0" destOrd="0" presId="urn:microsoft.com/office/officeart/2005/8/layout/chevron1"/>
    <dgm:cxn modelId="{808B8171-31BB-754D-B866-9359F27497CC}" type="presOf" srcId="{4C753CF8-7028-4443-959E-916EBBF23870}" destId="{F4F1613F-603F-FC43-A7BA-52D6712139BB}" srcOrd="0" destOrd="0" presId="urn:microsoft.com/office/officeart/2005/8/layout/chevron1"/>
    <dgm:cxn modelId="{E0893582-09E0-6548-AF37-E59238A09F11}" srcId="{2FE81648-00F5-1C43-8611-EB412925AB27}" destId="{81FED903-8879-944D-8982-5676C5161F67}" srcOrd="2" destOrd="0" parTransId="{A2069193-BD8F-7E49-A86C-4E690D38A5B1}" sibTransId="{175BF783-860D-424F-86A2-905AD3063C46}"/>
    <dgm:cxn modelId="{11F41B9B-0C4C-5E49-A9DF-C91F7C949732}" srcId="{2FE81648-00F5-1C43-8611-EB412925AB27}" destId="{4C753CF8-7028-4443-959E-916EBBF23870}" srcOrd="4" destOrd="0" parTransId="{D79DE87A-DB9E-E246-B110-F7AE72DE4121}" sibTransId="{F629573D-9CAA-6041-B678-163D62B0283B}"/>
    <dgm:cxn modelId="{84362786-32CB-714D-8D4B-AB54554D8B45}" type="presParOf" srcId="{51ECB86A-98C8-3E4C-AD78-4F92BFE45F1A}" destId="{B4AAF00F-BDA6-5442-A732-AE0783CF1E08}" srcOrd="0" destOrd="0" presId="urn:microsoft.com/office/officeart/2005/8/layout/chevron1"/>
    <dgm:cxn modelId="{C7A7453A-40D3-6048-9294-0E695AADB0AD}" type="presParOf" srcId="{51ECB86A-98C8-3E4C-AD78-4F92BFE45F1A}" destId="{A4630F62-0BA1-EC42-95C9-02124C5B3162}" srcOrd="1" destOrd="0" presId="urn:microsoft.com/office/officeart/2005/8/layout/chevron1"/>
    <dgm:cxn modelId="{A2D44768-7E26-7643-8939-E5A2BEF266CA}" type="presParOf" srcId="{51ECB86A-98C8-3E4C-AD78-4F92BFE45F1A}" destId="{464382CA-52CB-EF47-8F5A-0CB3FD00098B}" srcOrd="2" destOrd="0" presId="urn:microsoft.com/office/officeart/2005/8/layout/chevron1"/>
    <dgm:cxn modelId="{6F9D4442-B26E-9942-AFF8-671E042ABDAD}" type="presParOf" srcId="{51ECB86A-98C8-3E4C-AD78-4F92BFE45F1A}" destId="{019F79D8-8A42-404C-87C1-745592843BD6}" srcOrd="3" destOrd="0" presId="urn:microsoft.com/office/officeart/2005/8/layout/chevron1"/>
    <dgm:cxn modelId="{4424902E-C8C0-BD44-909D-0561617B4544}" type="presParOf" srcId="{51ECB86A-98C8-3E4C-AD78-4F92BFE45F1A}" destId="{7C4CC9D4-B4FE-004E-8987-43FD33926934}" srcOrd="4" destOrd="0" presId="urn:microsoft.com/office/officeart/2005/8/layout/chevron1"/>
    <dgm:cxn modelId="{EAB4A7D1-BFCF-9744-A302-9C1CDA3554F7}" type="presParOf" srcId="{51ECB86A-98C8-3E4C-AD78-4F92BFE45F1A}" destId="{3ABA4A82-8D1F-1846-96FA-720AFD39BF77}" srcOrd="5" destOrd="0" presId="urn:microsoft.com/office/officeart/2005/8/layout/chevron1"/>
    <dgm:cxn modelId="{CFEF1B53-D964-5744-9DCB-4F427E2DB956}" type="presParOf" srcId="{51ECB86A-98C8-3E4C-AD78-4F92BFE45F1A}" destId="{FD2F74A0-F60A-324E-A365-7DC2D88B9D45}" srcOrd="6" destOrd="0" presId="urn:microsoft.com/office/officeart/2005/8/layout/chevron1"/>
    <dgm:cxn modelId="{435BF238-2F70-1F4F-8374-EC9649923E0D}" type="presParOf" srcId="{51ECB86A-98C8-3E4C-AD78-4F92BFE45F1A}" destId="{7C1A35F9-704B-D64F-BB7B-D79A51F8320E}" srcOrd="7" destOrd="0" presId="urn:microsoft.com/office/officeart/2005/8/layout/chevron1"/>
    <dgm:cxn modelId="{48B8D52C-EDAF-104D-841C-C944ECD4429D}" type="presParOf" srcId="{51ECB86A-98C8-3E4C-AD78-4F92BFE45F1A}" destId="{F4F1613F-603F-FC43-A7BA-52D6712139BB}" srcOrd="8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E81648-00F5-1C43-8611-EB412925AB27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978E3FA0-AD1A-6F4E-A754-A38E158F36AD}">
      <dgm:prSet phldrT="[Text]"/>
      <dgm:spPr>
        <a:solidFill>
          <a:schemeClr val="accent2"/>
        </a:solidFill>
      </dgm:spPr>
      <dgm:t>
        <a:bodyPr/>
        <a:lstStyle/>
        <a:p>
          <a:r>
            <a:rPr lang="en-US">
              <a:solidFill>
                <a:schemeClr val="bg1"/>
              </a:solidFill>
            </a:rPr>
            <a:t>Assess</a:t>
          </a:r>
        </a:p>
      </dgm:t>
    </dgm:pt>
    <dgm:pt modelId="{95B12F1D-A180-424A-8FC7-540056D48D9B}" type="parTrans" cxnId="{0AFF6A09-806B-B648-B54D-BA6457C18CB9}">
      <dgm:prSet/>
      <dgm:spPr/>
      <dgm:t>
        <a:bodyPr/>
        <a:lstStyle/>
        <a:p>
          <a:endParaRPr lang="en-US"/>
        </a:p>
      </dgm:t>
    </dgm:pt>
    <dgm:pt modelId="{9742A25A-F7E2-6A4B-B20E-EABF8E451D23}" type="sibTrans" cxnId="{0AFF6A09-806B-B648-B54D-BA6457C18CB9}">
      <dgm:prSet/>
      <dgm:spPr/>
      <dgm:t>
        <a:bodyPr/>
        <a:lstStyle/>
        <a:p>
          <a:endParaRPr lang="en-US"/>
        </a:p>
      </dgm:t>
    </dgm:pt>
    <dgm:pt modelId="{FADC2C43-EAF0-C748-9D90-DA828BE326CB}">
      <dgm:prSet phldrT="[Text]"/>
      <dgm:spPr>
        <a:solidFill>
          <a:schemeClr val="accent2"/>
        </a:solidFill>
      </dgm:spPr>
      <dgm:t>
        <a:bodyPr/>
        <a:lstStyle/>
        <a:p>
          <a:r>
            <a:rPr lang="en-US">
              <a:solidFill>
                <a:schemeClr val="bg1"/>
              </a:solidFill>
            </a:rPr>
            <a:t>Open</a:t>
          </a:r>
        </a:p>
      </dgm:t>
    </dgm:pt>
    <dgm:pt modelId="{B25766C1-0BAB-3641-831B-90BD84C5C5C3}" type="parTrans" cxnId="{3C04104A-94A4-A74F-AC37-CB4DA77E90B6}">
      <dgm:prSet/>
      <dgm:spPr/>
      <dgm:t>
        <a:bodyPr/>
        <a:lstStyle/>
        <a:p>
          <a:endParaRPr lang="en-US"/>
        </a:p>
      </dgm:t>
    </dgm:pt>
    <dgm:pt modelId="{BE896ED5-0041-EB42-B23F-5D394CDA61D5}" type="sibTrans" cxnId="{3C04104A-94A4-A74F-AC37-CB4DA77E90B6}">
      <dgm:prSet/>
      <dgm:spPr/>
      <dgm:t>
        <a:bodyPr/>
        <a:lstStyle/>
        <a:p>
          <a:endParaRPr lang="en-US"/>
        </a:p>
      </dgm:t>
    </dgm:pt>
    <dgm:pt modelId="{81FED903-8879-944D-8982-5676C5161F67}">
      <dgm:prSet phldrT="[Text]"/>
      <dgm:spPr>
        <a:solidFill>
          <a:schemeClr val="accent2"/>
        </a:solidFill>
      </dgm:spPr>
      <dgm:t>
        <a:bodyPr/>
        <a:lstStyle/>
        <a:p>
          <a:pPr rtl="0"/>
          <a:r>
            <a:rPr lang="en-US">
              <a:solidFill>
                <a:schemeClr val="bg1"/>
              </a:solidFill>
              <a:latin typeface="Arial" panose="020B0604020202020204"/>
            </a:rPr>
            <a:t> Exposure Trace</a:t>
          </a:r>
          <a:endParaRPr lang="en-US">
            <a:solidFill>
              <a:schemeClr val="bg1"/>
            </a:solidFill>
          </a:endParaRPr>
        </a:p>
      </dgm:t>
    </dgm:pt>
    <dgm:pt modelId="{A2069193-BD8F-7E49-A86C-4E690D38A5B1}" type="parTrans" cxnId="{E0893582-09E0-6548-AF37-E59238A09F11}">
      <dgm:prSet/>
      <dgm:spPr/>
      <dgm:t>
        <a:bodyPr/>
        <a:lstStyle/>
        <a:p>
          <a:endParaRPr lang="en-US"/>
        </a:p>
      </dgm:t>
    </dgm:pt>
    <dgm:pt modelId="{175BF783-860D-424F-86A2-905AD3063C46}" type="sibTrans" cxnId="{E0893582-09E0-6548-AF37-E59238A09F11}">
      <dgm:prSet/>
      <dgm:spPr/>
      <dgm:t>
        <a:bodyPr/>
        <a:lstStyle/>
        <a:p>
          <a:endParaRPr lang="en-US"/>
        </a:p>
      </dgm:t>
    </dgm:pt>
    <dgm:pt modelId="{75BBCB12-748D-9148-B049-48880838F889}">
      <dgm:prSet phldrT="[Text]"/>
      <dgm:spPr>
        <a:solidFill>
          <a:schemeClr val="accent2"/>
        </a:solidFill>
      </dgm:spPr>
      <dgm:t>
        <a:bodyPr/>
        <a:lstStyle/>
        <a:p>
          <a:r>
            <a:rPr lang="en-US">
              <a:solidFill>
                <a:schemeClr val="bg1"/>
              </a:solidFill>
              <a:latin typeface="Arial" panose="020B0604020202020204"/>
            </a:rPr>
            <a:t>Manage</a:t>
          </a:r>
          <a:endParaRPr lang="en-US">
            <a:solidFill>
              <a:schemeClr val="bg1"/>
            </a:solidFill>
          </a:endParaRPr>
        </a:p>
      </dgm:t>
    </dgm:pt>
    <dgm:pt modelId="{4957B683-6FA4-E34D-805F-F34F03977FD1}" type="parTrans" cxnId="{7DD4C601-39B3-3D4A-811D-6507A3D6080A}">
      <dgm:prSet/>
      <dgm:spPr/>
      <dgm:t>
        <a:bodyPr/>
        <a:lstStyle/>
        <a:p>
          <a:endParaRPr lang="en-US"/>
        </a:p>
      </dgm:t>
    </dgm:pt>
    <dgm:pt modelId="{46BF243B-5D4B-8D43-A61D-1D2292D7D9F9}" type="sibTrans" cxnId="{7DD4C601-39B3-3D4A-811D-6507A3D6080A}">
      <dgm:prSet/>
      <dgm:spPr/>
      <dgm:t>
        <a:bodyPr/>
        <a:lstStyle/>
        <a:p>
          <a:endParaRPr lang="en-US"/>
        </a:p>
      </dgm:t>
    </dgm:pt>
    <dgm:pt modelId="{4C753CF8-7028-4443-959E-916EBBF23870}">
      <dgm:prSet phldrT="[Text]"/>
      <dgm:spPr>
        <a:solidFill>
          <a:schemeClr val="accent2"/>
        </a:solidFill>
      </dgm:spPr>
      <dgm:t>
        <a:bodyPr/>
        <a:lstStyle/>
        <a:p>
          <a:r>
            <a:rPr lang="en-US">
              <a:solidFill>
                <a:schemeClr val="bg1"/>
              </a:solidFill>
            </a:rPr>
            <a:t>Close</a:t>
          </a:r>
        </a:p>
      </dgm:t>
    </dgm:pt>
    <dgm:pt modelId="{D79DE87A-DB9E-E246-B110-F7AE72DE4121}" type="parTrans" cxnId="{11F41B9B-0C4C-5E49-A9DF-C91F7C949732}">
      <dgm:prSet/>
      <dgm:spPr/>
      <dgm:t>
        <a:bodyPr/>
        <a:lstStyle/>
        <a:p>
          <a:endParaRPr lang="en-US"/>
        </a:p>
      </dgm:t>
    </dgm:pt>
    <dgm:pt modelId="{F629573D-9CAA-6041-B678-163D62B0283B}" type="sibTrans" cxnId="{11F41B9B-0C4C-5E49-A9DF-C91F7C949732}">
      <dgm:prSet/>
      <dgm:spPr/>
      <dgm:t>
        <a:bodyPr/>
        <a:lstStyle/>
        <a:p>
          <a:endParaRPr lang="en-US"/>
        </a:p>
      </dgm:t>
    </dgm:pt>
    <dgm:pt modelId="{51ECB86A-98C8-3E4C-AD78-4F92BFE45F1A}" type="pres">
      <dgm:prSet presAssocID="{2FE81648-00F5-1C43-8611-EB412925AB27}" presName="Name0" presStyleCnt="0">
        <dgm:presLayoutVars>
          <dgm:dir/>
          <dgm:animLvl val="lvl"/>
          <dgm:resizeHandles val="exact"/>
        </dgm:presLayoutVars>
      </dgm:prSet>
      <dgm:spPr/>
    </dgm:pt>
    <dgm:pt modelId="{B4AAF00F-BDA6-5442-A732-AE0783CF1E08}" type="pres">
      <dgm:prSet presAssocID="{978E3FA0-AD1A-6F4E-A754-A38E158F36A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4630F62-0BA1-EC42-95C9-02124C5B3162}" type="pres">
      <dgm:prSet presAssocID="{9742A25A-F7E2-6A4B-B20E-EABF8E451D23}" presName="parTxOnlySpace" presStyleCnt="0"/>
      <dgm:spPr/>
    </dgm:pt>
    <dgm:pt modelId="{464382CA-52CB-EF47-8F5A-0CB3FD00098B}" type="pres">
      <dgm:prSet presAssocID="{FADC2C43-EAF0-C748-9D90-DA828BE326C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19F79D8-8A42-404C-87C1-745592843BD6}" type="pres">
      <dgm:prSet presAssocID="{BE896ED5-0041-EB42-B23F-5D394CDA61D5}" presName="parTxOnlySpace" presStyleCnt="0"/>
      <dgm:spPr/>
    </dgm:pt>
    <dgm:pt modelId="{7C4CC9D4-B4FE-004E-8987-43FD33926934}" type="pres">
      <dgm:prSet presAssocID="{81FED903-8879-944D-8982-5676C5161F6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ABA4A82-8D1F-1846-96FA-720AFD39BF77}" type="pres">
      <dgm:prSet presAssocID="{175BF783-860D-424F-86A2-905AD3063C46}" presName="parTxOnlySpace" presStyleCnt="0"/>
      <dgm:spPr/>
    </dgm:pt>
    <dgm:pt modelId="{FD2F74A0-F60A-324E-A365-7DC2D88B9D45}" type="pres">
      <dgm:prSet presAssocID="{75BBCB12-748D-9148-B049-48880838F88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C1A35F9-704B-D64F-BB7B-D79A51F8320E}" type="pres">
      <dgm:prSet presAssocID="{46BF243B-5D4B-8D43-A61D-1D2292D7D9F9}" presName="parTxOnlySpace" presStyleCnt="0"/>
      <dgm:spPr/>
    </dgm:pt>
    <dgm:pt modelId="{F4F1613F-603F-FC43-A7BA-52D6712139BB}" type="pres">
      <dgm:prSet presAssocID="{4C753CF8-7028-4443-959E-916EBBF2387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DD4C601-39B3-3D4A-811D-6507A3D6080A}" srcId="{2FE81648-00F5-1C43-8611-EB412925AB27}" destId="{75BBCB12-748D-9148-B049-48880838F889}" srcOrd="3" destOrd="0" parTransId="{4957B683-6FA4-E34D-805F-F34F03977FD1}" sibTransId="{46BF243B-5D4B-8D43-A61D-1D2292D7D9F9}"/>
    <dgm:cxn modelId="{0AFF6A09-806B-B648-B54D-BA6457C18CB9}" srcId="{2FE81648-00F5-1C43-8611-EB412925AB27}" destId="{978E3FA0-AD1A-6F4E-A754-A38E158F36AD}" srcOrd="0" destOrd="0" parTransId="{95B12F1D-A180-424A-8FC7-540056D48D9B}" sibTransId="{9742A25A-F7E2-6A4B-B20E-EABF8E451D23}"/>
    <dgm:cxn modelId="{CB918F0C-98D2-2B4E-8BC8-7B7E4AD2AC12}" type="presOf" srcId="{978E3FA0-AD1A-6F4E-A754-A38E158F36AD}" destId="{B4AAF00F-BDA6-5442-A732-AE0783CF1E08}" srcOrd="0" destOrd="0" presId="urn:microsoft.com/office/officeart/2005/8/layout/chevron1"/>
    <dgm:cxn modelId="{BED2A334-C7DC-F04D-8F6B-E5AB1F25155A}" type="presOf" srcId="{75BBCB12-748D-9148-B049-48880838F889}" destId="{FD2F74A0-F60A-324E-A365-7DC2D88B9D45}" srcOrd="0" destOrd="0" presId="urn:microsoft.com/office/officeart/2005/8/layout/chevron1"/>
    <dgm:cxn modelId="{3C04104A-94A4-A74F-AC37-CB4DA77E90B6}" srcId="{2FE81648-00F5-1C43-8611-EB412925AB27}" destId="{FADC2C43-EAF0-C748-9D90-DA828BE326CB}" srcOrd="1" destOrd="0" parTransId="{B25766C1-0BAB-3641-831B-90BD84C5C5C3}" sibTransId="{BE896ED5-0041-EB42-B23F-5D394CDA61D5}"/>
    <dgm:cxn modelId="{C851C851-98B9-054A-B67F-9FA8DD0B4EDB}" type="presOf" srcId="{FADC2C43-EAF0-C748-9D90-DA828BE326CB}" destId="{464382CA-52CB-EF47-8F5A-0CB3FD00098B}" srcOrd="0" destOrd="0" presId="urn:microsoft.com/office/officeart/2005/8/layout/chevron1"/>
    <dgm:cxn modelId="{C46AB25E-65C3-D944-A044-0426A16FD57F}" type="presOf" srcId="{2FE81648-00F5-1C43-8611-EB412925AB27}" destId="{51ECB86A-98C8-3E4C-AD78-4F92BFE45F1A}" srcOrd="0" destOrd="0" presId="urn:microsoft.com/office/officeart/2005/8/layout/chevron1"/>
    <dgm:cxn modelId="{1E33B866-DF46-904F-B1E6-3513112FF3A8}" type="presOf" srcId="{81FED903-8879-944D-8982-5676C5161F67}" destId="{7C4CC9D4-B4FE-004E-8987-43FD33926934}" srcOrd="0" destOrd="0" presId="urn:microsoft.com/office/officeart/2005/8/layout/chevron1"/>
    <dgm:cxn modelId="{808B8171-31BB-754D-B866-9359F27497CC}" type="presOf" srcId="{4C753CF8-7028-4443-959E-916EBBF23870}" destId="{F4F1613F-603F-FC43-A7BA-52D6712139BB}" srcOrd="0" destOrd="0" presId="urn:microsoft.com/office/officeart/2005/8/layout/chevron1"/>
    <dgm:cxn modelId="{E0893582-09E0-6548-AF37-E59238A09F11}" srcId="{2FE81648-00F5-1C43-8611-EB412925AB27}" destId="{81FED903-8879-944D-8982-5676C5161F67}" srcOrd="2" destOrd="0" parTransId="{A2069193-BD8F-7E49-A86C-4E690D38A5B1}" sibTransId="{175BF783-860D-424F-86A2-905AD3063C46}"/>
    <dgm:cxn modelId="{11F41B9B-0C4C-5E49-A9DF-C91F7C949732}" srcId="{2FE81648-00F5-1C43-8611-EB412925AB27}" destId="{4C753CF8-7028-4443-959E-916EBBF23870}" srcOrd="4" destOrd="0" parTransId="{D79DE87A-DB9E-E246-B110-F7AE72DE4121}" sibTransId="{F629573D-9CAA-6041-B678-163D62B0283B}"/>
    <dgm:cxn modelId="{84362786-32CB-714D-8D4B-AB54554D8B45}" type="presParOf" srcId="{51ECB86A-98C8-3E4C-AD78-4F92BFE45F1A}" destId="{B4AAF00F-BDA6-5442-A732-AE0783CF1E08}" srcOrd="0" destOrd="0" presId="urn:microsoft.com/office/officeart/2005/8/layout/chevron1"/>
    <dgm:cxn modelId="{C7A7453A-40D3-6048-9294-0E695AADB0AD}" type="presParOf" srcId="{51ECB86A-98C8-3E4C-AD78-4F92BFE45F1A}" destId="{A4630F62-0BA1-EC42-95C9-02124C5B3162}" srcOrd="1" destOrd="0" presId="urn:microsoft.com/office/officeart/2005/8/layout/chevron1"/>
    <dgm:cxn modelId="{A2D44768-7E26-7643-8939-E5A2BEF266CA}" type="presParOf" srcId="{51ECB86A-98C8-3E4C-AD78-4F92BFE45F1A}" destId="{464382CA-52CB-EF47-8F5A-0CB3FD00098B}" srcOrd="2" destOrd="0" presId="urn:microsoft.com/office/officeart/2005/8/layout/chevron1"/>
    <dgm:cxn modelId="{6F9D4442-B26E-9942-AFF8-671E042ABDAD}" type="presParOf" srcId="{51ECB86A-98C8-3E4C-AD78-4F92BFE45F1A}" destId="{019F79D8-8A42-404C-87C1-745592843BD6}" srcOrd="3" destOrd="0" presId="urn:microsoft.com/office/officeart/2005/8/layout/chevron1"/>
    <dgm:cxn modelId="{4424902E-C8C0-BD44-909D-0561617B4544}" type="presParOf" srcId="{51ECB86A-98C8-3E4C-AD78-4F92BFE45F1A}" destId="{7C4CC9D4-B4FE-004E-8987-43FD33926934}" srcOrd="4" destOrd="0" presId="urn:microsoft.com/office/officeart/2005/8/layout/chevron1"/>
    <dgm:cxn modelId="{EAB4A7D1-BFCF-9744-A302-9C1CDA3554F7}" type="presParOf" srcId="{51ECB86A-98C8-3E4C-AD78-4F92BFE45F1A}" destId="{3ABA4A82-8D1F-1846-96FA-720AFD39BF77}" srcOrd="5" destOrd="0" presId="urn:microsoft.com/office/officeart/2005/8/layout/chevron1"/>
    <dgm:cxn modelId="{CFEF1B53-D964-5744-9DCB-4F427E2DB956}" type="presParOf" srcId="{51ECB86A-98C8-3E4C-AD78-4F92BFE45F1A}" destId="{FD2F74A0-F60A-324E-A365-7DC2D88B9D45}" srcOrd="6" destOrd="0" presId="urn:microsoft.com/office/officeart/2005/8/layout/chevron1"/>
    <dgm:cxn modelId="{435BF238-2F70-1F4F-8374-EC9649923E0D}" type="presParOf" srcId="{51ECB86A-98C8-3E4C-AD78-4F92BFE45F1A}" destId="{7C1A35F9-704B-D64F-BB7B-D79A51F8320E}" srcOrd="7" destOrd="0" presId="urn:microsoft.com/office/officeart/2005/8/layout/chevron1"/>
    <dgm:cxn modelId="{48B8D52C-EDAF-104D-841C-C944ECD4429D}" type="presParOf" srcId="{51ECB86A-98C8-3E4C-AD78-4F92BFE45F1A}" destId="{F4F1613F-603F-FC43-A7BA-52D6712139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E81648-00F5-1C43-8611-EB412925AB27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978E3FA0-AD1A-6F4E-A754-A38E158F36AD}">
      <dgm:prSet phldrT="[Text]"/>
      <dgm:spPr/>
      <dgm:t>
        <a:bodyPr/>
        <a:lstStyle/>
        <a:p>
          <a:r>
            <a:rPr lang="en-US"/>
            <a:t>Confirm</a:t>
          </a:r>
        </a:p>
      </dgm:t>
    </dgm:pt>
    <dgm:pt modelId="{95B12F1D-A180-424A-8FC7-540056D48D9B}" type="parTrans" cxnId="{0AFF6A09-806B-B648-B54D-BA6457C18CB9}">
      <dgm:prSet/>
      <dgm:spPr/>
      <dgm:t>
        <a:bodyPr/>
        <a:lstStyle/>
        <a:p>
          <a:endParaRPr lang="en-US"/>
        </a:p>
      </dgm:t>
    </dgm:pt>
    <dgm:pt modelId="{9742A25A-F7E2-6A4B-B20E-EABF8E451D23}" type="sibTrans" cxnId="{0AFF6A09-806B-B648-B54D-BA6457C18CB9}">
      <dgm:prSet/>
      <dgm:spPr/>
      <dgm:t>
        <a:bodyPr/>
        <a:lstStyle/>
        <a:p>
          <a:endParaRPr lang="en-US"/>
        </a:p>
      </dgm:t>
    </dgm:pt>
    <dgm:pt modelId="{FADC2C43-EAF0-C748-9D90-DA828BE326CB}">
      <dgm:prSet phldrT="[Text]"/>
      <dgm:spPr>
        <a:solidFill>
          <a:schemeClr val="bg2"/>
        </a:solidFill>
      </dgm:spPr>
      <dgm:t>
        <a:bodyPr/>
        <a:lstStyle/>
        <a:p>
          <a:r>
            <a:rPr lang="en-US">
              <a:solidFill>
                <a:schemeClr val="accent1"/>
              </a:solidFill>
            </a:rPr>
            <a:t>Open</a:t>
          </a:r>
        </a:p>
      </dgm:t>
    </dgm:pt>
    <dgm:pt modelId="{B25766C1-0BAB-3641-831B-90BD84C5C5C3}" type="parTrans" cxnId="{3C04104A-94A4-A74F-AC37-CB4DA77E90B6}">
      <dgm:prSet/>
      <dgm:spPr/>
      <dgm:t>
        <a:bodyPr/>
        <a:lstStyle/>
        <a:p>
          <a:endParaRPr lang="en-US"/>
        </a:p>
      </dgm:t>
    </dgm:pt>
    <dgm:pt modelId="{BE896ED5-0041-EB42-B23F-5D394CDA61D5}" type="sibTrans" cxnId="{3C04104A-94A4-A74F-AC37-CB4DA77E90B6}">
      <dgm:prSet/>
      <dgm:spPr/>
      <dgm:t>
        <a:bodyPr/>
        <a:lstStyle/>
        <a:p>
          <a:endParaRPr lang="en-US"/>
        </a:p>
      </dgm:t>
    </dgm:pt>
    <dgm:pt modelId="{81FED903-8879-944D-8982-5676C5161F67}">
      <dgm:prSet phldrT="[Text]"/>
      <dgm:spPr>
        <a:solidFill>
          <a:schemeClr val="bg2"/>
        </a:solidFill>
      </dgm:spPr>
      <dgm:t>
        <a:bodyPr/>
        <a:lstStyle/>
        <a:p>
          <a:pPr rtl="0"/>
          <a:r>
            <a:rPr lang="en-US">
              <a:solidFill>
                <a:schemeClr val="accent1"/>
              </a:solidFill>
              <a:latin typeface="Arial" panose="020B0604020202020204"/>
            </a:rPr>
            <a:t> Exposure Trace</a:t>
          </a:r>
          <a:endParaRPr lang="en-US">
            <a:solidFill>
              <a:schemeClr val="accent1"/>
            </a:solidFill>
          </a:endParaRPr>
        </a:p>
      </dgm:t>
    </dgm:pt>
    <dgm:pt modelId="{A2069193-BD8F-7E49-A86C-4E690D38A5B1}" type="parTrans" cxnId="{E0893582-09E0-6548-AF37-E59238A09F11}">
      <dgm:prSet/>
      <dgm:spPr/>
      <dgm:t>
        <a:bodyPr/>
        <a:lstStyle/>
        <a:p>
          <a:endParaRPr lang="en-US"/>
        </a:p>
      </dgm:t>
    </dgm:pt>
    <dgm:pt modelId="{175BF783-860D-424F-86A2-905AD3063C46}" type="sibTrans" cxnId="{E0893582-09E0-6548-AF37-E59238A09F11}">
      <dgm:prSet/>
      <dgm:spPr/>
      <dgm:t>
        <a:bodyPr/>
        <a:lstStyle/>
        <a:p>
          <a:endParaRPr lang="en-US"/>
        </a:p>
      </dgm:t>
    </dgm:pt>
    <dgm:pt modelId="{75BBCB12-748D-9148-B049-48880838F889}">
      <dgm:prSet phldrT="[Text]"/>
      <dgm:spPr>
        <a:solidFill>
          <a:schemeClr val="bg2"/>
        </a:solidFill>
      </dgm:spPr>
      <dgm:t>
        <a:bodyPr/>
        <a:lstStyle/>
        <a:p>
          <a:r>
            <a:rPr lang="en-US">
              <a:solidFill>
                <a:schemeClr val="accent1"/>
              </a:solidFill>
              <a:latin typeface="Arial" panose="020B0604020202020204"/>
            </a:rPr>
            <a:t>Manage</a:t>
          </a:r>
          <a:endParaRPr lang="en-US">
            <a:solidFill>
              <a:schemeClr val="accent1"/>
            </a:solidFill>
          </a:endParaRPr>
        </a:p>
      </dgm:t>
    </dgm:pt>
    <dgm:pt modelId="{4957B683-6FA4-E34D-805F-F34F03977FD1}" type="parTrans" cxnId="{7DD4C601-39B3-3D4A-811D-6507A3D6080A}">
      <dgm:prSet/>
      <dgm:spPr/>
      <dgm:t>
        <a:bodyPr/>
        <a:lstStyle/>
        <a:p>
          <a:endParaRPr lang="en-US"/>
        </a:p>
      </dgm:t>
    </dgm:pt>
    <dgm:pt modelId="{46BF243B-5D4B-8D43-A61D-1D2292D7D9F9}" type="sibTrans" cxnId="{7DD4C601-39B3-3D4A-811D-6507A3D6080A}">
      <dgm:prSet/>
      <dgm:spPr/>
      <dgm:t>
        <a:bodyPr/>
        <a:lstStyle/>
        <a:p>
          <a:endParaRPr lang="en-US"/>
        </a:p>
      </dgm:t>
    </dgm:pt>
    <dgm:pt modelId="{4C753CF8-7028-4443-959E-916EBBF23870}">
      <dgm:prSet phldrT="[Text]"/>
      <dgm:spPr>
        <a:solidFill>
          <a:schemeClr val="bg2"/>
        </a:solidFill>
      </dgm:spPr>
      <dgm:t>
        <a:bodyPr/>
        <a:lstStyle/>
        <a:p>
          <a:r>
            <a:rPr lang="en-US">
              <a:solidFill>
                <a:schemeClr val="accent1"/>
              </a:solidFill>
            </a:rPr>
            <a:t>Close</a:t>
          </a:r>
        </a:p>
      </dgm:t>
    </dgm:pt>
    <dgm:pt modelId="{D79DE87A-DB9E-E246-B110-F7AE72DE4121}" type="parTrans" cxnId="{11F41B9B-0C4C-5E49-A9DF-C91F7C949732}">
      <dgm:prSet/>
      <dgm:spPr/>
      <dgm:t>
        <a:bodyPr/>
        <a:lstStyle/>
        <a:p>
          <a:endParaRPr lang="en-US"/>
        </a:p>
      </dgm:t>
    </dgm:pt>
    <dgm:pt modelId="{F629573D-9CAA-6041-B678-163D62B0283B}" type="sibTrans" cxnId="{11F41B9B-0C4C-5E49-A9DF-C91F7C949732}">
      <dgm:prSet/>
      <dgm:spPr/>
      <dgm:t>
        <a:bodyPr/>
        <a:lstStyle/>
        <a:p>
          <a:endParaRPr lang="en-US"/>
        </a:p>
      </dgm:t>
    </dgm:pt>
    <dgm:pt modelId="{51ECB86A-98C8-3E4C-AD78-4F92BFE45F1A}" type="pres">
      <dgm:prSet presAssocID="{2FE81648-00F5-1C43-8611-EB412925AB27}" presName="Name0" presStyleCnt="0">
        <dgm:presLayoutVars>
          <dgm:dir/>
          <dgm:animLvl val="lvl"/>
          <dgm:resizeHandles val="exact"/>
        </dgm:presLayoutVars>
      </dgm:prSet>
      <dgm:spPr/>
    </dgm:pt>
    <dgm:pt modelId="{B4AAF00F-BDA6-5442-A732-AE0783CF1E08}" type="pres">
      <dgm:prSet presAssocID="{978E3FA0-AD1A-6F4E-A754-A38E158F36A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4630F62-0BA1-EC42-95C9-02124C5B3162}" type="pres">
      <dgm:prSet presAssocID="{9742A25A-F7E2-6A4B-B20E-EABF8E451D23}" presName="parTxOnlySpace" presStyleCnt="0"/>
      <dgm:spPr/>
    </dgm:pt>
    <dgm:pt modelId="{464382CA-52CB-EF47-8F5A-0CB3FD00098B}" type="pres">
      <dgm:prSet presAssocID="{FADC2C43-EAF0-C748-9D90-DA828BE326C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19F79D8-8A42-404C-87C1-745592843BD6}" type="pres">
      <dgm:prSet presAssocID="{BE896ED5-0041-EB42-B23F-5D394CDA61D5}" presName="parTxOnlySpace" presStyleCnt="0"/>
      <dgm:spPr/>
    </dgm:pt>
    <dgm:pt modelId="{7C4CC9D4-B4FE-004E-8987-43FD33926934}" type="pres">
      <dgm:prSet presAssocID="{81FED903-8879-944D-8982-5676C5161F6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ABA4A82-8D1F-1846-96FA-720AFD39BF77}" type="pres">
      <dgm:prSet presAssocID="{175BF783-860D-424F-86A2-905AD3063C46}" presName="parTxOnlySpace" presStyleCnt="0"/>
      <dgm:spPr/>
    </dgm:pt>
    <dgm:pt modelId="{FD2F74A0-F60A-324E-A365-7DC2D88B9D45}" type="pres">
      <dgm:prSet presAssocID="{75BBCB12-748D-9148-B049-48880838F88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C1A35F9-704B-D64F-BB7B-D79A51F8320E}" type="pres">
      <dgm:prSet presAssocID="{46BF243B-5D4B-8D43-A61D-1D2292D7D9F9}" presName="parTxOnlySpace" presStyleCnt="0"/>
      <dgm:spPr/>
    </dgm:pt>
    <dgm:pt modelId="{F4F1613F-603F-FC43-A7BA-52D6712139BB}" type="pres">
      <dgm:prSet presAssocID="{4C753CF8-7028-4443-959E-916EBBF2387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DD4C601-39B3-3D4A-811D-6507A3D6080A}" srcId="{2FE81648-00F5-1C43-8611-EB412925AB27}" destId="{75BBCB12-748D-9148-B049-48880838F889}" srcOrd="3" destOrd="0" parTransId="{4957B683-6FA4-E34D-805F-F34F03977FD1}" sibTransId="{46BF243B-5D4B-8D43-A61D-1D2292D7D9F9}"/>
    <dgm:cxn modelId="{0AFF6A09-806B-B648-B54D-BA6457C18CB9}" srcId="{2FE81648-00F5-1C43-8611-EB412925AB27}" destId="{978E3FA0-AD1A-6F4E-A754-A38E158F36AD}" srcOrd="0" destOrd="0" parTransId="{95B12F1D-A180-424A-8FC7-540056D48D9B}" sibTransId="{9742A25A-F7E2-6A4B-B20E-EABF8E451D23}"/>
    <dgm:cxn modelId="{CB918F0C-98D2-2B4E-8BC8-7B7E4AD2AC12}" type="presOf" srcId="{978E3FA0-AD1A-6F4E-A754-A38E158F36AD}" destId="{B4AAF00F-BDA6-5442-A732-AE0783CF1E08}" srcOrd="0" destOrd="0" presId="urn:microsoft.com/office/officeart/2005/8/layout/chevron1"/>
    <dgm:cxn modelId="{BED2A334-C7DC-F04D-8F6B-E5AB1F25155A}" type="presOf" srcId="{75BBCB12-748D-9148-B049-48880838F889}" destId="{FD2F74A0-F60A-324E-A365-7DC2D88B9D45}" srcOrd="0" destOrd="0" presId="urn:microsoft.com/office/officeart/2005/8/layout/chevron1"/>
    <dgm:cxn modelId="{3C04104A-94A4-A74F-AC37-CB4DA77E90B6}" srcId="{2FE81648-00F5-1C43-8611-EB412925AB27}" destId="{FADC2C43-EAF0-C748-9D90-DA828BE326CB}" srcOrd="1" destOrd="0" parTransId="{B25766C1-0BAB-3641-831B-90BD84C5C5C3}" sibTransId="{BE896ED5-0041-EB42-B23F-5D394CDA61D5}"/>
    <dgm:cxn modelId="{C851C851-98B9-054A-B67F-9FA8DD0B4EDB}" type="presOf" srcId="{FADC2C43-EAF0-C748-9D90-DA828BE326CB}" destId="{464382CA-52CB-EF47-8F5A-0CB3FD00098B}" srcOrd="0" destOrd="0" presId="urn:microsoft.com/office/officeart/2005/8/layout/chevron1"/>
    <dgm:cxn modelId="{C46AB25E-65C3-D944-A044-0426A16FD57F}" type="presOf" srcId="{2FE81648-00F5-1C43-8611-EB412925AB27}" destId="{51ECB86A-98C8-3E4C-AD78-4F92BFE45F1A}" srcOrd="0" destOrd="0" presId="urn:microsoft.com/office/officeart/2005/8/layout/chevron1"/>
    <dgm:cxn modelId="{1E33B866-DF46-904F-B1E6-3513112FF3A8}" type="presOf" srcId="{81FED903-8879-944D-8982-5676C5161F67}" destId="{7C4CC9D4-B4FE-004E-8987-43FD33926934}" srcOrd="0" destOrd="0" presId="urn:microsoft.com/office/officeart/2005/8/layout/chevron1"/>
    <dgm:cxn modelId="{808B8171-31BB-754D-B866-9359F27497CC}" type="presOf" srcId="{4C753CF8-7028-4443-959E-916EBBF23870}" destId="{F4F1613F-603F-FC43-A7BA-52D6712139BB}" srcOrd="0" destOrd="0" presId="urn:microsoft.com/office/officeart/2005/8/layout/chevron1"/>
    <dgm:cxn modelId="{E0893582-09E0-6548-AF37-E59238A09F11}" srcId="{2FE81648-00F5-1C43-8611-EB412925AB27}" destId="{81FED903-8879-944D-8982-5676C5161F67}" srcOrd="2" destOrd="0" parTransId="{A2069193-BD8F-7E49-A86C-4E690D38A5B1}" sibTransId="{175BF783-860D-424F-86A2-905AD3063C46}"/>
    <dgm:cxn modelId="{11F41B9B-0C4C-5E49-A9DF-C91F7C949732}" srcId="{2FE81648-00F5-1C43-8611-EB412925AB27}" destId="{4C753CF8-7028-4443-959E-916EBBF23870}" srcOrd="4" destOrd="0" parTransId="{D79DE87A-DB9E-E246-B110-F7AE72DE4121}" sibTransId="{F629573D-9CAA-6041-B678-163D62B0283B}"/>
    <dgm:cxn modelId="{84362786-32CB-714D-8D4B-AB54554D8B45}" type="presParOf" srcId="{51ECB86A-98C8-3E4C-AD78-4F92BFE45F1A}" destId="{B4AAF00F-BDA6-5442-A732-AE0783CF1E08}" srcOrd="0" destOrd="0" presId="urn:microsoft.com/office/officeart/2005/8/layout/chevron1"/>
    <dgm:cxn modelId="{C7A7453A-40D3-6048-9294-0E695AADB0AD}" type="presParOf" srcId="{51ECB86A-98C8-3E4C-AD78-4F92BFE45F1A}" destId="{A4630F62-0BA1-EC42-95C9-02124C5B3162}" srcOrd="1" destOrd="0" presId="urn:microsoft.com/office/officeart/2005/8/layout/chevron1"/>
    <dgm:cxn modelId="{A2D44768-7E26-7643-8939-E5A2BEF266CA}" type="presParOf" srcId="{51ECB86A-98C8-3E4C-AD78-4F92BFE45F1A}" destId="{464382CA-52CB-EF47-8F5A-0CB3FD00098B}" srcOrd="2" destOrd="0" presId="urn:microsoft.com/office/officeart/2005/8/layout/chevron1"/>
    <dgm:cxn modelId="{6F9D4442-B26E-9942-AFF8-671E042ABDAD}" type="presParOf" srcId="{51ECB86A-98C8-3E4C-AD78-4F92BFE45F1A}" destId="{019F79D8-8A42-404C-87C1-745592843BD6}" srcOrd="3" destOrd="0" presId="urn:microsoft.com/office/officeart/2005/8/layout/chevron1"/>
    <dgm:cxn modelId="{4424902E-C8C0-BD44-909D-0561617B4544}" type="presParOf" srcId="{51ECB86A-98C8-3E4C-AD78-4F92BFE45F1A}" destId="{7C4CC9D4-B4FE-004E-8987-43FD33926934}" srcOrd="4" destOrd="0" presId="urn:microsoft.com/office/officeart/2005/8/layout/chevron1"/>
    <dgm:cxn modelId="{EAB4A7D1-BFCF-9744-A302-9C1CDA3554F7}" type="presParOf" srcId="{51ECB86A-98C8-3E4C-AD78-4F92BFE45F1A}" destId="{3ABA4A82-8D1F-1846-96FA-720AFD39BF77}" srcOrd="5" destOrd="0" presId="urn:microsoft.com/office/officeart/2005/8/layout/chevron1"/>
    <dgm:cxn modelId="{CFEF1B53-D964-5744-9DCB-4F427E2DB956}" type="presParOf" srcId="{51ECB86A-98C8-3E4C-AD78-4F92BFE45F1A}" destId="{FD2F74A0-F60A-324E-A365-7DC2D88B9D45}" srcOrd="6" destOrd="0" presId="urn:microsoft.com/office/officeart/2005/8/layout/chevron1"/>
    <dgm:cxn modelId="{435BF238-2F70-1F4F-8374-EC9649923E0D}" type="presParOf" srcId="{51ECB86A-98C8-3E4C-AD78-4F92BFE45F1A}" destId="{7C1A35F9-704B-D64F-BB7B-D79A51F8320E}" srcOrd="7" destOrd="0" presId="urn:microsoft.com/office/officeart/2005/8/layout/chevron1"/>
    <dgm:cxn modelId="{48B8D52C-EDAF-104D-841C-C944ECD4429D}" type="presParOf" srcId="{51ECB86A-98C8-3E4C-AD78-4F92BFE45F1A}" destId="{F4F1613F-603F-FC43-A7BA-52D6712139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E81648-00F5-1C43-8611-EB412925AB27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978E3FA0-AD1A-6F4E-A754-A38E158F36AD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Confirm</a:t>
          </a:r>
        </a:p>
      </dgm:t>
    </dgm:pt>
    <dgm:pt modelId="{95B12F1D-A180-424A-8FC7-540056D48D9B}" type="parTrans" cxnId="{0AFF6A09-806B-B648-B54D-BA6457C18CB9}">
      <dgm:prSet/>
      <dgm:spPr/>
      <dgm:t>
        <a:bodyPr/>
        <a:lstStyle/>
        <a:p>
          <a:endParaRPr lang="en-US"/>
        </a:p>
      </dgm:t>
    </dgm:pt>
    <dgm:pt modelId="{9742A25A-F7E2-6A4B-B20E-EABF8E451D23}" type="sibTrans" cxnId="{0AFF6A09-806B-B648-B54D-BA6457C18CB9}">
      <dgm:prSet/>
      <dgm:spPr/>
      <dgm:t>
        <a:bodyPr/>
        <a:lstStyle/>
        <a:p>
          <a:endParaRPr lang="en-US"/>
        </a:p>
      </dgm:t>
    </dgm:pt>
    <dgm:pt modelId="{FADC2C43-EAF0-C748-9D90-DA828BE326CB}">
      <dgm:prSet phldrT="[Text]" phldr="0"/>
      <dgm:spPr>
        <a:solidFill>
          <a:schemeClr val="accent1"/>
        </a:solidFill>
      </dgm:spPr>
      <dgm:t>
        <a:bodyPr/>
        <a:lstStyle/>
        <a:p>
          <a:pPr rtl="0"/>
          <a:r>
            <a:rPr lang="en-US" dirty="0">
              <a:solidFill>
                <a:schemeClr val="bg1"/>
              </a:solidFill>
              <a:latin typeface="Arial" panose="020B0604020202020204"/>
            </a:rPr>
            <a:t> Open</a:t>
          </a:r>
          <a:endParaRPr lang="en-US" dirty="0">
            <a:solidFill>
              <a:schemeClr val="bg1"/>
            </a:solidFill>
          </a:endParaRPr>
        </a:p>
      </dgm:t>
    </dgm:pt>
    <dgm:pt modelId="{B25766C1-0BAB-3641-831B-90BD84C5C5C3}" type="parTrans" cxnId="{3C04104A-94A4-A74F-AC37-CB4DA77E90B6}">
      <dgm:prSet/>
      <dgm:spPr/>
      <dgm:t>
        <a:bodyPr/>
        <a:lstStyle/>
        <a:p>
          <a:endParaRPr lang="en-US"/>
        </a:p>
      </dgm:t>
    </dgm:pt>
    <dgm:pt modelId="{BE896ED5-0041-EB42-B23F-5D394CDA61D5}" type="sibTrans" cxnId="{3C04104A-94A4-A74F-AC37-CB4DA77E90B6}">
      <dgm:prSet/>
      <dgm:spPr/>
      <dgm:t>
        <a:bodyPr/>
        <a:lstStyle/>
        <a:p>
          <a:endParaRPr lang="en-US"/>
        </a:p>
      </dgm:t>
    </dgm:pt>
    <dgm:pt modelId="{81FED903-8879-944D-8982-5676C5161F67}">
      <dgm:prSet phldrT="[Text]"/>
      <dgm:spPr>
        <a:solidFill>
          <a:schemeClr val="bg2"/>
        </a:solidFill>
      </dgm:spPr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Arial" panose="020B0604020202020204"/>
            </a:rPr>
            <a:t> Exposure Trace</a:t>
          </a:r>
          <a:endParaRPr lang="en-US" dirty="0">
            <a:solidFill>
              <a:schemeClr val="accent1"/>
            </a:solidFill>
          </a:endParaRPr>
        </a:p>
      </dgm:t>
    </dgm:pt>
    <dgm:pt modelId="{A2069193-BD8F-7E49-A86C-4E690D38A5B1}" type="parTrans" cxnId="{E0893582-09E0-6548-AF37-E59238A09F11}">
      <dgm:prSet/>
      <dgm:spPr/>
      <dgm:t>
        <a:bodyPr/>
        <a:lstStyle/>
        <a:p>
          <a:endParaRPr lang="en-US"/>
        </a:p>
      </dgm:t>
    </dgm:pt>
    <dgm:pt modelId="{175BF783-860D-424F-86A2-905AD3063C46}" type="sibTrans" cxnId="{E0893582-09E0-6548-AF37-E59238A09F11}">
      <dgm:prSet/>
      <dgm:spPr/>
      <dgm:t>
        <a:bodyPr/>
        <a:lstStyle/>
        <a:p>
          <a:endParaRPr lang="en-US"/>
        </a:p>
      </dgm:t>
    </dgm:pt>
    <dgm:pt modelId="{75BBCB12-748D-9148-B049-48880838F889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  <a:latin typeface="Arial" panose="020B0604020202020204"/>
            </a:rPr>
            <a:t>Manage</a:t>
          </a:r>
          <a:endParaRPr lang="en-US" dirty="0">
            <a:solidFill>
              <a:schemeClr val="accent1"/>
            </a:solidFill>
          </a:endParaRPr>
        </a:p>
      </dgm:t>
    </dgm:pt>
    <dgm:pt modelId="{4957B683-6FA4-E34D-805F-F34F03977FD1}" type="parTrans" cxnId="{7DD4C601-39B3-3D4A-811D-6507A3D6080A}">
      <dgm:prSet/>
      <dgm:spPr/>
      <dgm:t>
        <a:bodyPr/>
        <a:lstStyle/>
        <a:p>
          <a:endParaRPr lang="en-US"/>
        </a:p>
      </dgm:t>
    </dgm:pt>
    <dgm:pt modelId="{46BF243B-5D4B-8D43-A61D-1D2292D7D9F9}" type="sibTrans" cxnId="{7DD4C601-39B3-3D4A-811D-6507A3D6080A}">
      <dgm:prSet/>
      <dgm:spPr/>
      <dgm:t>
        <a:bodyPr/>
        <a:lstStyle/>
        <a:p>
          <a:endParaRPr lang="en-US"/>
        </a:p>
      </dgm:t>
    </dgm:pt>
    <dgm:pt modelId="{4C753CF8-7028-4443-959E-916EBBF23870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Close</a:t>
          </a:r>
        </a:p>
      </dgm:t>
    </dgm:pt>
    <dgm:pt modelId="{D79DE87A-DB9E-E246-B110-F7AE72DE4121}" type="parTrans" cxnId="{11F41B9B-0C4C-5E49-A9DF-C91F7C949732}">
      <dgm:prSet/>
      <dgm:spPr/>
      <dgm:t>
        <a:bodyPr/>
        <a:lstStyle/>
        <a:p>
          <a:endParaRPr lang="en-US"/>
        </a:p>
      </dgm:t>
    </dgm:pt>
    <dgm:pt modelId="{F629573D-9CAA-6041-B678-163D62B0283B}" type="sibTrans" cxnId="{11F41B9B-0C4C-5E49-A9DF-C91F7C949732}">
      <dgm:prSet/>
      <dgm:spPr/>
      <dgm:t>
        <a:bodyPr/>
        <a:lstStyle/>
        <a:p>
          <a:endParaRPr lang="en-US"/>
        </a:p>
      </dgm:t>
    </dgm:pt>
    <dgm:pt modelId="{51ECB86A-98C8-3E4C-AD78-4F92BFE45F1A}" type="pres">
      <dgm:prSet presAssocID="{2FE81648-00F5-1C43-8611-EB412925AB27}" presName="Name0" presStyleCnt="0">
        <dgm:presLayoutVars>
          <dgm:dir/>
          <dgm:animLvl val="lvl"/>
          <dgm:resizeHandles val="exact"/>
        </dgm:presLayoutVars>
      </dgm:prSet>
      <dgm:spPr/>
    </dgm:pt>
    <dgm:pt modelId="{B4AAF00F-BDA6-5442-A732-AE0783CF1E08}" type="pres">
      <dgm:prSet presAssocID="{978E3FA0-AD1A-6F4E-A754-A38E158F36A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4630F62-0BA1-EC42-95C9-02124C5B3162}" type="pres">
      <dgm:prSet presAssocID="{9742A25A-F7E2-6A4B-B20E-EABF8E451D23}" presName="parTxOnlySpace" presStyleCnt="0"/>
      <dgm:spPr/>
    </dgm:pt>
    <dgm:pt modelId="{464382CA-52CB-EF47-8F5A-0CB3FD00098B}" type="pres">
      <dgm:prSet presAssocID="{FADC2C43-EAF0-C748-9D90-DA828BE326C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19F79D8-8A42-404C-87C1-745592843BD6}" type="pres">
      <dgm:prSet presAssocID="{BE896ED5-0041-EB42-B23F-5D394CDA61D5}" presName="parTxOnlySpace" presStyleCnt="0"/>
      <dgm:spPr/>
    </dgm:pt>
    <dgm:pt modelId="{7C4CC9D4-B4FE-004E-8987-43FD33926934}" type="pres">
      <dgm:prSet presAssocID="{81FED903-8879-944D-8982-5676C5161F6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ABA4A82-8D1F-1846-96FA-720AFD39BF77}" type="pres">
      <dgm:prSet presAssocID="{175BF783-860D-424F-86A2-905AD3063C46}" presName="parTxOnlySpace" presStyleCnt="0"/>
      <dgm:spPr/>
    </dgm:pt>
    <dgm:pt modelId="{FD2F74A0-F60A-324E-A365-7DC2D88B9D45}" type="pres">
      <dgm:prSet presAssocID="{75BBCB12-748D-9148-B049-48880838F88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C1A35F9-704B-D64F-BB7B-D79A51F8320E}" type="pres">
      <dgm:prSet presAssocID="{46BF243B-5D4B-8D43-A61D-1D2292D7D9F9}" presName="parTxOnlySpace" presStyleCnt="0"/>
      <dgm:spPr/>
    </dgm:pt>
    <dgm:pt modelId="{F4F1613F-603F-FC43-A7BA-52D6712139BB}" type="pres">
      <dgm:prSet presAssocID="{4C753CF8-7028-4443-959E-916EBBF2387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DD4C601-39B3-3D4A-811D-6507A3D6080A}" srcId="{2FE81648-00F5-1C43-8611-EB412925AB27}" destId="{75BBCB12-748D-9148-B049-48880838F889}" srcOrd="3" destOrd="0" parTransId="{4957B683-6FA4-E34D-805F-F34F03977FD1}" sibTransId="{46BF243B-5D4B-8D43-A61D-1D2292D7D9F9}"/>
    <dgm:cxn modelId="{0AFF6A09-806B-B648-B54D-BA6457C18CB9}" srcId="{2FE81648-00F5-1C43-8611-EB412925AB27}" destId="{978E3FA0-AD1A-6F4E-A754-A38E158F36AD}" srcOrd="0" destOrd="0" parTransId="{95B12F1D-A180-424A-8FC7-540056D48D9B}" sibTransId="{9742A25A-F7E2-6A4B-B20E-EABF8E451D23}"/>
    <dgm:cxn modelId="{CB918F0C-98D2-2B4E-8BC8-7B7E4AD2AC12}" type="presOf" srcId="{978E3FA0-AD1A-6F4E-A754-A38E158F36AD}" destId="{B4AAF00F-BDA6-5442-A732-AE0783CF1E08}" srcOrd="0" destOrd="0" presId="urn:microsoft.com/office/officeart/2005/8/layout/chevron1"/>
    <dgm:cxn modelId="{BED2A334-C7DC-F04D-8F6B-E5AB1F25155A}" type="presOf" srcId="{75BBCB12-748D-9148-B049-48880838F889}" destId="{FD2F74A0-F60A-324E-A365-7DC2D88B9D45}" srcOrd="0" destOrd="0" presId="urn:microsoft.com/office/officeart/2005/8/layout/chevron1"/>
    <dgm:cxn modelId="{3C04104A-94A4-A74F-AC37-CB4DA77E90B6}" srcId="{2FE81648-00F5-1C43-8611-EB412925AB27}" destId="{FADC2C43-EAF0-C748-9D90-DA828BE326CB}" srcOrd="1" destOrd="0" parTransId="{B25766C1-0BAB-3641-831B-90BD84C5C5C3}" sibTransId="{BE896ED5-0041-EB42-B23F-5D394CDA61D5}"/>
    <dgm:cxn modelId="{C851C851-98B9-054A-B67F-9FA8DD0B4EDB}" type="presOf" srcId="{FADC2C43-EAF0-C748-9D90-DA828BE326CB}" destId="{464382CA-52CB-EF47-8F5A-0CB3FD00098B}" srcOrd="0" destOrd="0" presId="urn:microsoft.com/office/officeart/2005/8/layout/chevron1"/>
    <dgm:cxn modelId="{C46AB25E-65C3-D944-A044-0426A16FD57F}" type="presOf" srcId="{2FE81648-00F5-1C43-8611-EB412925AB27}" destId="{51ECB86A-98C8-3E4C-AD78-4F92BFE45F1A}" srcOrd="0" destOrd="0" presId="urn:microsoft.com/office/officeart/2005/8/layout/chevron1"/>
    <dgm:cxn modelId="{1E33B866-DF46-904F-B1E6-3513112FF3A8}" type="presOf" srcId="{81FED903-8879-944D-8982-5676C5161F67}" destId="{7C4CC9D4-B4FE-004E-8987-43FD33926934}" srcOrd="0" destOrd="0" presId="urn:microsoft.com/office/officeart/2005/8/layout/chevron1"/>
    <dgm:cxn modelId="{808B8171-31BB-754D-B866-9359F27497CC}" type="presOf" srcId="{4C753CF8-7028-4443-959E-916EBBF23870}" destId="{F4F1613F-603F-FC43-A7BA-52D6712139BB}" srcOrd="0" destOrd="0" presId="urn:microsoft.com/office/officeart/2005/8/layout/chevron1"/>
    <dgm:cxn modelId="{E0893582-09E0-6548-AF37-E59238A09F11}" srcId="{2FE81648-00F5-1C43-8611-EB412925AB27}" destId="{81FED903-8879-944D-8982-5676C5161F67}" srcOrd="2" destOrd="0" parTransId="{A2069193-BD8F-7E49-A86C-4E690D38A5B1}" sibTransId="{175BF783-860D-424F-86A2-905AD3063C46}"/>
    <dgm:cxn modelId="{11F41B9B-0C4C-5E49-A9DF-C91F7C949732}" srcId="{2FE81648-00F5-1C43-8611-EB412925AB27}" destId="{4C753CF8-7028-4443-959E-916EBBF23870}" srcOrd="4" destOrd="0" parTransId="{D79DE87A-DB9E-E246-B110-F7AE72DE4121}" sibTransId="{F629573D-9CAA-6041-B678-163D62B0283B}"/>
    <dgm:cxn modelId="{84362786-32CB-714D-8D4B-AB54554D8B45}" type="presParOf" srcId="{51ECB86A-98C8-3E4C-AD78-4F92BFE45F1A}" destId="{B4AAF00F-BDA6-5442-A732-AE0783CF1E08}" srcOrd="0" destOrd="0" presId="urn:microsoft.com/office/officeart/2005/8/layout/chevron1"/>
    <dgm:cxn modelId="{C7A7453A-40D3-6048-9294-0E695AADB0AD}" type="presParOf" srcId="{51ECB86A-98C8-3E4C-AD78-4F92BFE45F1A}" destId="{A4630F62-0BA1-EC42-95C9-02124C5B3162}" srcOrd="1" destOrd="0" presId="urn:microsoft.com/office/officeart/2005/8/layout/chevron1"/>
    <dgm:cxn modelId="{A2D44768-7E26-7643-8939-E5A2BEF266CA}" type="presParOf" srcId="{51ECB86A-98C8-3E4C-AD78-4F92BFE45F1A}" destId="{464382CA-52CB-EF47-8F5A-0CB3FD00098B}" srcOrd="2" destOrd="0" presId="urn:microsoft.com/office/officeart/2005/8/layout/chevron1"/>
    <dgm:cxn modelId="{6F9D4442-B26E-9942-AFF8-671E042ABDAD}" type="presParOf" srcId="{51ECB86A-98C8-3E4C-AD78-4F92BFE45F1A}" destId="{019F79D8-8A42-404C-87C1-745592843BD6}" srcOrd="3" destOrd="0" presId="urn:microsoft.com/office/officeart/2005/8/layout/chevron1"/>
    <dgm:cxn modelId="{4424902E-C8C0-BD44-909D-0561617B4544}" type="presParOf" srcId="{51ECB86A-98C8-3E4C-AD78-4F92BFE45F1A}" destId="{7C4CC9D4-B4FE-004E-8987-43FD33926934}" srcOrd="4" destOrd="0" presId="urn:microsoft.com/office/officeart/2005/8/layout/chevron1"/>
    <dgm:cxn modelId="{EAB4A7D1-BFCF-9744-A302-9C1CDA3554F7}" type="presParOf" srcId="{51ECB86A-98C8-3E4C-AD78-4F92BFE45F1A}" destId="{3ABA4A82-8D1F-1846-96FA-720AFD39BF77}" srcOrd="5" destOrd="0" presId="urn:microsoft.com/office/officeart/2005/8/layout/chevron1"/>
    <dgm:cxn modelId="{CFEF1B53-D964-5744-9DCB-4F427E2DB956}" type="presParOf" srcId="{51ECB86A-98C8-3E4C-AD78-4F92BFE45F1A}" destId="{FD2F74A0-F60A-324E-A365-7DC2D88B9D45}" srcOrd="6" destOrd="0" presId="urn:microsoft.com/office/officeart/2005/8/layout/chevron1"/>
    <dgm:cxn modelId="{435BF238-2F70-1F4F-8374-EC9649923E0D}" type="presParOf" srcId="{51ECB86A-98C8-3E4C-AD78-4F92BFE45F1A}" destId="{7C1A35F9-704B-D64F-BB7B-D79A51F8320E}" srcOrd="7" destOrd="0" presId="urn:microsoft.com/office/officeart/2005/8/layout/chevron1"/>
    <dgm:cxn modelId="{48B8D52C-EDAF-104D-841C-C944ECD4429D}" type="presParOf" srcId="{51ECB86A-98C8-3E4C-AD78-4F92BFE45F1A}" destId="{F4F1613F-603F-FC43-A7BA-52D6712139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FE81648-00F5-1C43-8611-EB412925AB27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978E3FA0-AD1A-6F4E-A754-A38E158F36AD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Confirm</a:t>
          </a:r>
        </a:p>
      </dgm:t>
    </dgm:pt>
    <dgm:pt modelId="{95B12F1D-A180-424A-8FC7-540056D48D9B}" type="parTrans" cxnId="{0AFF6A09-806B-B648-B54D-BA6457C18CB9}">
      <dgm:prSet/>
      <dgm:spPr/>
      <dgm:t>
        <a:bodyPr/>
        <a:lstStyle/>
        <a:p>
          <a:endParaRPr lang="en-US"/>
        </a:p>
      </dgm:t>
    </dgm:pt>
    <dgm:pt modelId="{9742A25A-F7E2-6A4B-B20E-EABF8E451D23}" type="sibTrans" cxnId="{0AFF6A09-806B-B648-B54D-BA6457C18CB9}">
      <dgm:prSet/>
      <dgm:spPr/>
      <dgm:t>
        <a:bodyPr/>
        <a:lstStyle/>
        <a:p>
          <a:endParaRPr lang="en-US"/>
        </a:p>
      </dgm:t>
    </dgm:pt>
    <dgm:pt modelId="{FADC2C43-EAF0-C748-9D90-DA828BE326CB}">
      <dgm:prSet phldrT="[Text]" phldr="0"/>
      <dgm:spPr>
        <a:solidFill>
          <a:schemeClr val="bg2"/>
        </a:solidFill>
      </dgm:spPr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Arial" panose="020B0604020202020204"/>
            </a:rPr>
            <a:t> Open</a:t>
          </a:r>
          <a:endParaRPr lang="en-US" dirty="0">
            <a:solidFill>
              <a:schemeClr val="accent1"/>
            </a:solidFill>
          </a:endParaRPr>
        </a:p>
      </dgm:t>
    </dgm:pt>
    <dgm:pt modelId="{B25766C1-0BAB-3641-831B-90BD84C5C5C3}" type="parTrans" cxnId="{3C04104A-94A4-A74F-AC37-CB4DA77E90B6}">
      <dgm:prSet/>
      <dgm:spPr/>
      <dgm:t>
        <a:bodyPr/>
        <a:lstStyle/>
        <a:p>
          <a:endParaRPr lang="en-US"/>
        </a:p>
      </dgm:t>
    </dgm:pt>
    <dgm:pt modelId="{BE896ED5-0041-EB42-B23F-5D394CDA61D5}" type="sibTrans" cxnId="{3C04104A-94A4-A74F-AC37-CB4DA77E90B6}">
      <dgm:prSet/>
      <dgm:spPr/>
      <dgm:t>
        <a:bodyPr/>
        <a:lstStyle/>
        <a:p>
          <a:endParaRPr lang="en-US"/>
        </a:p>
      </dgm:t>
    </dgm:pt>
    <dgm:pt modelId="{81FED903-8879-944D-8982-5676C5161F67}">
      <dgm:prSet phldrT="[Text]"/>
      <dgm:spPr>
        <a:solidFill>
          <a:schemeClr val="accent1"/>
        </a:solidFill>
      </dgm:spPr>
      <dgm:t>
        <a:bodyPr/>
        <a:lstStyle/>
        <a:p>
          <a:pPr rtl="0"/>
          <a:r>
            <a:rPr lang="en-US" dirty="0">
              <a:solidFill>
                <a:schemeClr val="bg2"/>
              </a:solidFill>
              <a:latin typeface="Arial" panose="020B0604020202020204"/>
            </a:rPr>
            <a:t> Exposure Trace</a:t>
          </a:r>
          <a:endParaRPr lang="en-US" dirty="0">
            <a:solidFill>
              <a:schemeClr val="bg2"/>
            </a:solidFill>
          </a:endParaRPr>
        </a:p>
      </dgm:t>
    </dgm:pt>
    <dgm:pt modelId="{A2069193-BD8F-7E49-A86C-4E690D38A5B1}" type="parTrans" cxnId="{E0893582-09E0-6548-AF37-E59238A09F11}">
      <dgm:prSet/>
      <dgm:spPr/>
      <dgm:t>
        <a:bodyPr/>
        <a:lstStyle/>
        <a:p>
          <a:endParaRPr lang="en-US"/>
        </a:p>
      </dgm:t>
    </dgm:pt>
    <dgm:pt modelId="{175BF783-860D-424F-86A2-905AD3063C46}" type="sibTrans" cxnId="{E0893582-09E0-6548-AF37-E59238A09F11}">
      <dgm:prSet/>
      <dgm:spPr/>
      <dgm:t>
        <a:bodyPr/>
        <a:lstStyle/>
        <a:p>
          <a:endParaRPr lang="en-US"/>
        </a:p>
      </dgm:t>
    </dgm:pt>
    <dgm:pt modelId="{75BBCB12-748D-9148-B049-48880838F889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  <a:latin typeface="Arial" panose="020B0604020202020204"/>
            </a:rPr>
            <a:t>Manage</a:t>
          </a:r>
          <a:endParaRPr lang="en-US" dirty="0">
            <a:solidFill>
              <a:schemeClr val="accent1"/>
            </a:solidFill>
          </a:endParaRPr>
        </a:p>
      </dgm:t>
    </dgm:pt>
    <dgm:pt modelId="{4957B683-6FA4-E34D-805F-F34F03977FD1}" type="parTrans" cxnId="{7DD4C601-39B3-3D4A-811D-6507A3D6080A}">
      <dgm:prSet/>
      <dgm:spPr/>
      <dgm:t>
        <a:bodyPr/>
        <a:lstStyle/>
        <a:p>
          <a:endParaRPr lang="en-US"/>
        </a:p>
      </dgm:t>
    </dgm:pt>
    <dgm:pt modelId="{46BF243B-5D4B-8D43-A61D-1D2292D7D9F9}" type="sibTrans" cxnId="{7DD4C601-39B3-3D4A-811D-6507A3D6080A}">
      <dgm:prSet/>
      <dgm:spPr/>
      <dgm:t>
        <a:bodyPr/>
        <a:lstStyle/>
        <a:p>
          <a:endParaRPr lang="en-US"/>
        </a:p>
      </dgm:t>
    </dgm:pt>
    <dgm:pt modelId="{4C753CF8-7028-4443-959E-916EBBF23870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Close</a:t>
          </a:r>
        </a:p>
      </dgm:t>
    </dgm:pt>
    <dgm:pt modelId="{D79DE87A-DB9E-E246-B110-F7AE72DE4121}" type="parTrans" cxnId="{11F41B9B-0C4C-5E49-A9DF-C91F7C949732}">
      <dgm:prSet/>
      <dgm:spPr/>
      <dgm:t>
        <a:bodyPr/>
        <a:lstStyle/>
        <a:p>
          <a:endParaRPr lang="en-US"/>
        </a:p>
      </dgm:t>
    </dgm:pt>
    <dgm:pt modelId="{F629573D-9CAA-6041-B678-163D62B0283B}" type="sibTrans" cxnId="{11F41B9B-0C4C-5E49-A9DF-C91F7C949732}">
      <dgm:prSet/>
      <dgm:spPr/>
      <dgm:t>
        <a:bodyPr/>
        <a:lstStyle/>
        <a:p>
          <a:endParaRPr lang="en-US"/>
        </a:p>
      </dgm:t>
    </dgm:pt>
    <dgm:pt modelId="{51ECB86A-98C8-3E4C-AD78-4F92BFE45F1A}" type="pres">
      <dgm:prSet presAssocID="{2FE81648-00F5-1C43-8611-EB412925AB27}" presName="Name0" presStyleCnt="0">
        <dgm:presLayoutVars>
          <dgm:dir/>
          <dgm:animLvl val="lvl"/>
          <dgm:resizeHandles val="exact"/>
        </dgm:presLayoutVars>
      </dgm:prSet>
      <dgm:spPr/>
    </dgm:pt>
    <dgm:pt modelId="{B4AAF00F-BDA6-5442-A732-AE0783CF1E08}" type="pres">
      <dgm:prSet presAssocID="{978E3FA0-AD1A-6F4E-A754-A38E158F36A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4630F62-0BA1-EC42-95C9-02124C5B3162}" type="pres">
      <dgm:prSet presAssocID="{9742A25A-F7E2-6A4B-B20E-EABF8E451D23}" presName="parTxOnlySpace" presStyleCnt="0"/>
      <dgm:spPr/>
    </dgm:pt>
    <dgm:pt modelId="{464382CA-52CB-EF47-8F5A-0CB3FD00098B}" type="pres">
      <dgm:prSet presAssocID="{FADC2C43-EAF0-C748-9D90-DA828BE326C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19F79D8-8A42-404C-87C1-745592843BD6}" type="pres">
      <dgm:prSet presAssocID="{BE896ED5-0041-EB42-B23F-5D394CDA61D5}" presName="parTxOnlySpace" presStyleCnt="0"/>
      <dgm:spPr/>
    </dgm:pt>
    <dgm:pt modelId="{7C4CC9D4-B4FE-004E-8987-43FD33926934}" type="pres">
      <dgm:prSet presAssocID="{81FED903-8879-944D-8982-5676C5161F6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ABA4A82-8D1F-1846-96FA-720AFD39BF77}" type="pres">
      <dgm:prSet presAssocID="{175BF783-860D-424F-86A2-905AD3063C46}" presName="parTxOnlySpace" presStyleCnt="0"/>
      <dgm:spPr/>
    </dgm:pt>
    <dgm:pt modelId="{FD2F74A0-F60A-324E-A365-7DC2D88B9D45}" type="pres">
      <dgm:prSet presAssocID="{75BBCB12-748D-9148-B049-48880838F88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C1A35F9-704B-D64F-BB7B-D79A51F8320E}" type="pres">
      <dgm:prSet presAssocID="{46BF243B-5D4B-8D43-A61D-1D2292D7D9F9}" presName="parTxOnlySpace" presStyleCnt="0"/>
      <dgm:spPr/>
    </dgm:pt>
    <dgm:pt modelId="{F4F1613F-603F-FC43-A7BA-52D6712139BB}" type="pres">
      <dgm:prSet presAssocID="{4C753CF8-7028-4443-959E-916EBBF2387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DD4C601-39B3-3D4A-811D-6507A3D6080A}" srcId="{2FE81648-00F5-1C43-8611-EB412925AB27}" destId="{75BBCB12-748D-9148-B049-48880838F889}" srcOrd="3" destOrd="0" parTransId="{4957B683-6FA4-E34D-805F-F34F03977FD1}" sibTransId="{46BF243B-5D4B-8D43-A61D-1D2292D7D9F9}"/>
    <dgm:cxn modelId="{0AFF6A09-806B-B648-B54D-BA6457C18CB9}" srcId="{2FE81648-00F5-1C43-8611-EB412925AB27}" destId="{978E3FA0-AD1A-6F4E-A754-A38E158F36AD}" srcOrd="0" destOrd="0" parTransId="{95B12F1D-A180-424A-8FC7-540056D48D9B}" sibTransId="{9742A25A-F7E2-6A4B-B20E-EABF8E451D23}"/>
    <dgm:cxn modelId="{CB918F0C-98D2-2B4E-8BC8-7B7E4AD2AC12}" type="presOf" srcId="{978E3FA0-AD1A-6F4E-A754-A38E158F36AD}" destId="{B4AAF00F-BDA6-5442-A732-AE0783CF1E08}" srcOrd="0" destOrd="0" presId="urn:microsoft.com/office/officeart/2005/8/layout/chevron1"/>
    <dgm:cxn modelId="{BED2A334-C7DC-F04D-8F6B-E5AB1F25155A}" type="presOf" srcId="{75BBCB12-748D-9148-B049-48880838F889}" destId="{FD2F74A0-F60A-324E-A365-7DC2D88B9D45}" srcOrd="0" destOrd="0" presId="urn:microsoft.com/office/officeart/2005/8/layout/chevron1"/>
    <dgm:cxn modelId="{3C04104A-94A4-A74F-AC37-CB4DA77E90B6}" srcId="{2FE81648-00F5-1C43-8611-EB412925AB27}" destId="{FADC2C43-EAF0-C748-9D90-DA828BE326CB}" srcOrd="1" destOrd="0" parTransId="{B25766C1-0BAB-3641-831B-90BD84C5C5C3}" sibTransId="{BE896ED5-0041-EB42-B23F-5D394CDA61D5}"/>
    <dgm:cxn modelId="{C851C851-98B9-054A-B67F-9FA8DD0B4EDB}" type="presOf" srcId="{FADC2C43-EAF0-C748-9D90-DA828BE326CB}" destId="{464382CA-52CB-EF47-8F5A-0CB3FD00098B}" srcOrd="0" destOrd="0" presId="urn:microsoft.com/office/officeart/2005/8/layout/chevron1"/>
    <dgm:cxn modelId="{C46AB25E-65C3-D944-A044-0426A16FD57F}" type="presOf" srcId="{2FE81648-00F5-1C43-8611-EB412925AB27}" destId="{51ECB86A-98C8-3E4C-AD78-4F92BFE45F1A}" srcOrd="0" destOrd="0" presId="urn:microsoft.com/office/officeart/2005/8/layout/chevron1"/>
    <dgm:cxn modelId="{1E33B866-DF46-904F-B1E6-3513112FF3A8}" type="presOf" srcId="{81FED903-8879-944D-8982-5676C5161F67}" destId="{7C4CC9D4-B4FE-004E-8987-43FD33926934}" srcOrd="0" destOrd="0" presId="urn:microsoft.com/office/officeart/2005/8/layout/chevron1"/>
    <dgm:cxn modelId="{808B8171-31BB-754D-B866-9359F27497CC}" type="presOf" srcId="{4C753CF8-7028-4443-959E-916EBBF23870}" destId="{F4F1613F-603F-FC43-A7BA-52D6712139BB}" srcOrd="0" destOrd="0" presId="urn:microsoft.com/office/officeart/2005/8/layout/chevron1"/>
    <dgm:cxn modelId="{E0893582-09E0-6548-AF37-E59238A09F11}" srcId="{2FE81648-00F5-1C43-8611-EB412925AB27}" destId="{81FED903-8879-944D-8982-5676C5161F67}" srcOrd="2" destOrd="0" parTransId="{A2069193-BD8F-7E49-A86C-4E690D38A5B1}" sibTransId="{175BF783-860D-424F-86A2-905AD3063C46}"/>
    <dgm:cxn modelId="{11F41B9B-0C4C-5E49-A9DF-C91F7C949732}" srcId="{2FE81648-00F5-1C43-8611-EB412925AB27}" destId="{4C753CF8-7028-4443-959E-916EBBF23870}" srcOrd="4" destOrd="0" parTransId="{D79DE87A-DB9E-E246-B110-F7AE72DE4121}" sibTransId="{F629573D-9CAA-6041-B678-163D62B0283B}"/>
    <dgm:cxn modelId="{84362786-32CB-714D-8D4B-AB54554D8B45}" type="presParOf" srcId="{51ECB86A-98C8-3E4C-AD78-4F92BFE45F1A}" destId="{B4AAF00F-BDA6-5442-A732-AE0783CF1E08}" srcOrd="0" destOrd="0" presId="urn:microsoft.com/office/officeart/2005/8/layout/chevron1"/>
    <dgm:cxn modelId="{C7A7453A-40D3-6048-9294-0E695AADB0AD}" type="presParOf" srcId="{51ECB86A-98C8-3E4C-AD78-4F92BFE45F1A}" destId="{A4630F62-0BA1-EC42-95C9-02124C5B3162}" srcOrd="1" destOrd="0" presId="urn:microsoft.com/office/officeart/2005/8/layout/chevron1"/>
    <dgm:cxn modelId="{A2D44768-7E26-7643-8939-E5A2BEF266CA}" type="presParOf" srcId="{51ECB86A-98C8-3E4C-AD78-4F92BFE45F1A}" destId="{464382CA-52CB-EF47-8F5A-0CB3FD00098B}" srcOrd="2" destOrd="0" presId="urn:microsoft.com/office/officeart/2005/8/layout/chevron1"/>
    <dgm:cxn modelId="{6F9D4442-B26E-9942-AFF8-671E042ABDAD}" type="presParOf" srcId="{51ECB86A-98C8-3E4C-AD78-4F92BFE45F1A}" destId="{019F79D8-8A42-404C-87C1-745592843BD6}" srcOrd="3" destOrd="0" presId="urn:microsoft.com/office/officeart/2005/8/layout/chevron1"/>
    <dgm:cxn modelId="{4424902E-C8C0-BD44-909D-0561617B4544}" type="presParOf" srcId="{51ECB86A-98C8-3E4C-AD78-4F92BFE45F1A}" destId="{7C4CC9D4-B4FE-004E-8987-43FD33926934}" srcOrd="4" destOrd="0" presId="urn:microsoft.com/office/officeart/2005/8/layout/chevron1"/>
    <dgm:cxn modelId="{EAB4A7D1-BFCF-9744-A302-9C1CDA3554F7}" type="presParOf" srcId="{51ECB86A-98C8-3E4C-AD78-4F92BFE45F1A}" destId="{3ABA4A82-8D1F-1846-96FA-720AFD39BF77}" srcOrd="5" destOrd="0" presId="urn:microsoft.com/office/officeart/2005/8/layout/chevron1"/>
    <dgm:cxn modelId="{CFEF1B53-D964-5744-9DCB-4F427E2DB956}" type="presParOf" srcId="{51ECB86A-98C8-3E4C-AD78-4F92BFE45F1A}" destId="{FD2F74A0-F60A-324E-A365-7DC2D88B9D45}" srcOrd="6" destOrd="0" presId="urn:microsoft.com/office/officeart/2005/8/layout/chevron1"/>
    <dgm:cxn modelId="{435BF238-2F70-1F4F-8374-EC9649923E0D}" type="presParOf" srcId="{51ECB86A-98C8-3E4C-AD78-4F92BFE45F1A}" destId="{7C1A35F9-704B-D64F-BB7B-D79A51F8320E}" srcOrd="7" destOrd="0" presId="urn:microsoft.com/office/officeart/2005/8/layout/chevron1"/>
    <dgm:cxn modelId="{48B8D52C-EDAF-104D-841C-C944ECD4429D}" type="presParOf" srcId="{51ECB86A-98C8-3E4C-AD78-4F92BFE45F1A}" destId="{F4F1613F-603F-FC43-A7BA-52D6712139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E81648-00F5-1C43-8611-EB412925AB27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978E3FA0-AD1A-6F4E-A754-A38E158F36AD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Confirm</a:t>
          </a:r>
        </a:p>
      </dgm:t>
    </dgm:pt>
    <dgm:pt modelId="{95B12F1D-A180-424A-8FC7-540056D48D9B}" type="parTrans" cxnId="{0AFF6A09-806B-B648-B54D-BA6457C18CB9}">
      <dgm:prSet/>
      <dgm:spPr/>
      <dgm:t>
        <a:bodyPr/>
        <a:lstStyle/>
        <a:p>
          <a:endParaRPr lang="en-US"/>
        </a:p>
      </dgm:t>
    </dgm:pt>
    <dgm:pt modelId="{9742A25A-F7E2-6A4B-B20E-EABF8E451D23}" type="sibTrans" cxnId="{0AFF6A09-806B-B648-B54D-BA6457C18CB9}">
      <dgm:prSet/>
      <dgm:spPr/>
      <dgm:t>
        <a:bodyPr/>
        <a:lstStyle/>
        <a:p>
          <a:endParaRPr lang="en-US"/>
        </a:p>
      </dgm:t>
    </dgm:pt>
    <dgm:pt modelId="{FADC2C43-EAF0-C748-9D90-DA828BE326CB}">
      <dgm:prSet phldrT="[Text]" phldr="0"/>
      <dgm:spPr>
        <a:solidFill>
          <a:schemeClr val="bg2"/>
        </a:solidFill>
        <a:ln>
          <a:solidFill>
            <a:schemeClr val="bg2"/>
          </a:solidFill>
        </a:ln>
      </dgm:spPr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Arial" panose="020B0604020202020204"/>
            </a:rPr>
            <a:t> Open</a:t>
          </a:r>
          <a:endParaRPr lang="en-US" dirty="0">
            <a:solidFill>
              <a:schemeClr val="accent1"/>
            </a:solidFill>
          </a:endParaRPr>
        </a:p>
      </dgm:t>
    </dgm:pt>
    <dgm:pt modelId="{B25766C1-0BAB-3641-831B-90BD84C5C5C3}" type="parTrans" cxnId="{3C04104A-94A4-A74F-AC37-CB4DA77E90B6}">
      <dgm:prSet/>
      <dgm:spPr/>
      <dgm:t>
        <a:bodyPr/>
        <a:lstStyle/>
        <a:p>
          <a:endParaRPr lang="en-US"/>
        </a:p>
      </dgm:t>
    </dgm:pt>
    <dgm:pt modelId="{BE896ED5-0041-EB42-B23F-5D394CDA61D5}" type="sibTrans" cxnId="{3C04104A-94A4-A74F-AC37-CB4DA77E90B6}">
      <dgm:prSet/>
      <dgm:spPr/>
      <dgm:t>
        <a:bodyPr/>
        <a:lstStyle/>
        <a:p>
          <a:endParaRPr lang="en-US"/>
        </a:p>
      </dgm:t>
    </dgm:pt>
    <dgm:pt modelId="{81FED903-8879-944D-8982-5676C5161F67}">
      <dgm:prSet phldrT="[Text]"/>
      <dgm:spPr>
        <a:solidFill>
          <a:schemeClr val="bg2"/>
        </a:solidFill>
      </dgm:spPr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Arial" panose="020B0604020202020204"/>
            </a:rPr>
            <a:t> Exposure Trace</a:t>
          </a:r>
          <a:endParaRPr lang="en-US" dirty="0">
            <a:solidFill>
              <a:schemeClr val="accent1"/>
            </a:solidFill>
          </a:endParaRPr>
        </a:p>
      </dgm:t>
    </dgm:pt>
    <dgm:pt modelId="{A2069193-BD8F-7E49-A86C-4E690D38A5B1}" type="parTrans" cxnId="{E0893582-09E0-6548-AF37-E59238A09F11}">
      <dgm:prSet/>
      <dgm:spPr/>
      <dgm:t>
        <a:bodyPr/>
        <a:lstStyle/>
        <a:p>
          <a:endParaRPr lang="en-US"/>
        </a:p>
      </dgm:t>
    </dgm:pt>
    <dgm:pt modelId="{175BF783-860D-424F-86A2-905AD3063C46}" type="sibTrans" cxnId="{E0893582-09E0-6548-AF37-E59238A09F11}">
      <dgm:prSet/>
      <dgm:spPr/>
      <dgm:t>
        <a:bodyPr/>
        <a:lstStyle/>
        <a:p>
          <a:endParaRPr lang="en-US"/>
        </a:p>
      </dgm:t>
    </dgm:pt>
    <dgm:pt modelId="{75BBCB12-748D-9148-B049-48880838F889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Arial" panose="020B0604020202020204"/>
            </a:rPr>
            <a:t>Manage</a:t>
          </a:r>
          <a:endParaRPr lang="en-US" dirty="0">
            <a:solidFill>
              <a:schemeClr val="bg1"/>
            </a:solidFill>
          </a:endParaRPr>
        </a:p>
      </dgm:t>
    </dgm:pt>
    <dgm:pt modelId="{4957B683-6FA4-E34D-805F-F34F03977FD1}" type="parTrans" cxnId="{7DD4C601-39B3-3D4A-811D-6507A3D6080A}">
      <dgm:prSet/>
      <dgm:spPr/>
      <dgm:t>
        <a:bodyPr/>
        <a:lstStyle/>
        <a:p>
          <a:endParaRPr lang="en-US"/>
        </a:p>
      </dgm:t>
    </dgm:pt>
    <dgm:pt modelId="{46BF243B-5D4B-8D43-A61D-1D2292D7D9F9}" type="sibTrans" cxnId="{7DD4C601-39B3-3D4A-811D-6507A3D6080A}">
      <dgm:prSet/>
      <dgm:spPr/>
      <dgm:t>
        <a:bodyPr/>
        <a:lstStyle/>
        <a:p>
          <a:endParaRPr lang="en-US"/>
        </a:p>
      </dgm:t>
    </dgm:pt>
    <dgm:pt modelId="{4C753CF8-7028-4443-959E-916EBBF23870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Close</a:t>
          </a:r>
        </a:p>
      </dgm:t>
    </dgm:pt>
    <dgm:pt modelId="{D79DE87A-DB9E-E246-B110-F7AE72DE4121}" type="parTrans" cxnId="{11F41B9B-0C4C-5E49-A9DF-C91F7C949732}">
      <dgm:prSet/>
      <dgm:spPr/>
      <dgm:t>
        <a:bodyPr/>
        <a:lstStyle/>
        <a:p>
          <a:endParaRPr lang="en-US"/>
        </a:p>
      </dgm:t>
    </dgm:pt>
    <dgm:pt modelId="{F629573D-9CAA-6041-B678-163D62B0283B}" type="sibTrans" cxnId="{11F41B9B-0C4C-5E49-A9DF-C91F7C949732}">
      <dgm:prSet/>
      <dgm:spPr/>
      <dgm:t>
        <a:bodyPr/>
        <a:lstStyle/>
        <a:p>
          <a:endParaRPr lang="en-US"/>
        </a:p>
      </dgm:t>
    </dgm:pt>
    <dgm:pt modelId="{51ECB86A-98C8-3E4C-AD78-4F92BFE45F1A}" type="pres">
      <dgm:prSet presAssocID="{2FE81648-00F5-1C43-8611-EB412925AB27}" presName="Name0" presStyleCnt="0">
        <dgm:presLayoutVars>
          <dgm:dir/>
          <dgm:animLvl val="lvl"/>
          <dgm:resizeHandles val="exact"/>
        </dgm:presLayoutVars>
      </dgm:prSet>
      <dgm:spPr/>
    </dgm:pt>
    <dgm:pt modelId="{B4AAF00F-BDA6-5442-A732-AE0783CF1E08}" type="pres">
      <dgm:prSet presAssocID="{978E3FA0-AD1A-6F4E-A754-A38E158F36A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4630F62-0BA1-EC42-95C9-02124C5B3162}" type="pres">
      <dgm:prSet presAssocID="{9742A25A-F7E2-6A4B-B20E-EABF8E451D23}" presName="parTxOnlySpace" presStyleCnt="0"/>
      <dgm:spPr/>
    </dgm:pt>
    <dgm:pt modelId="{464382CA-52CB-EF47-8F5A-0CB3FD00098B}" type="pres">
      <dgm:prSet presAssocID="{FADC2C43-EAF0-C748-9D90-DA828BE326C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19F79D8-8A42-404C-87C1-745592843BD6}" type="pres">
      <dgm:prSet presAssocID="{BE896ED5-0041-EB42-B23F-5D394CDA61D5}" presName="parTxOnlySpace" presStyleCnt="0"/>
      <dgm:spPr/>
    </dgm:pt>
    <dgm:pt modelId="{7C4CC9D4-B4FE-004E-8987-43FD33926934}" type="pres">
      <dgm:prSet presAssocID="{81FED903-8879-944D-8982-5676C5161F6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ABA4A82-8D1F-1846-96FA-720AFD39BF77}" type="pres">
      <dgm:prSet presAssocID="{175BF783-860D-424F-86A2-905AD3063C46}" presName="parTxOnlySpace" presStyleCnt="0"/>
      <dgm:spPr/>
    </dgm:pt>
    <dgm:pt modelId="{FD2F74A0-F60A-324E-A365-7DC2D88B9D45}" type="pres">
      <dgm:prSet presAssocID="{75BBCB12-748D-9148-B049-48880838F88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C1A35F9-704B-D64F-BB7B-D79A51F8320E}" type="pres">
      <dgm:prSet presAssocID="{46BF243B-5D4B-8D43-A61D-1D2292D7D9F9}" presName="parTxOnlySpace" presStyleCnt="0"/>
      <dgm:spPr/>
    </dgm:pt>
    <dgm:pt modelId="{F4F1613F-603F-FC43-A7BA-52D6712139BB}" type="pres">
      <dgm:prSet presAssocID="{4C753CF8-7028-4443-959E-916EBBF2387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DD4C601-39B3-3D4A-811D-6507A3D6080A}" srcId="{2FE81648-00F5-1C43-8611-EB412925AB27}" destId="{75BBCB12-748D-9148-B049-48880838F889}" srcOrd="3" destOrd="0" parTransId="{4957B683-6FA4-E34D-805F-F34F03977FD1}" sibTransId="{46BF243B-5D4B-8D43-A61D-1D2292D7D9F9}"/>
    <dgm:cxn modelId="{0AFF6A09-806B-B648-B54D-BA6457C18CB9}" srcId="{2FE81648-00F5-1C43-8611-EB412925AB27}" destId="{978E3FA0-AD1A-6F4E-A754-A38E158F36AD}" srcOrd="0" destOrd="0" parTransId="{95B12F1D-A180-424A-8FC7-540056D48D9B}" sibTransId="{9742A25A-F7E2-6A4B-B20E-EABF8E451D23}"/>
    <dgm:cxn modelId="{CB918F0C-98D2-2B4E-8BC8-7B7E4AD2AC12}" type="presOf" srcId="{978E3FA0-AD1A-6F4E-A754-A38E158F36AD}" destId="{B4AAF00F-BDA6-5442-A732-AE0783CF1E08}" srcOrd="0" destOrd="0" presId="urn:microsoft.com/office/officeart/2005/8/layout/chevron1"/>
    <dgm:cxn modelId="{BED2A334-C7DC-F04D-8F6B-E5AB1F25155A}" type="presOf" srcId="{75BBCB12-748D-9148-B049-48880838F889}" destId="{FD2F74A0-F60A-324E-A365-7DC2D88B9D45}" srcOrd="0" destOrd="0" presId="urn:microsoft.com/office/officeart/2005/8/layout/chevron1"/>
    <dgm:cxn modelId="{3C04104A-94A4-A74F-AC37-CB4DA77E90B6}" srcId="{2FE81648-00F5-1C43-8611-EB412925AB27}" destId="{FADC2C43-EAF0-C748-9D90-DA828BE326CB}" srcOrd="1" destOrd="0" parTransId="{B25766C1-0BAB-3641-831B-90BD84C5C5C3}" sibTransId="{BE896ED5-0041-EB42-B23F-5D394CDA61D5}"/>
    <dgm:cxn modelId="{C851C851-98B9-054A-B67F-9FA8DD0B4EDB}" type="presOf" srcId="{FADC2C43-EAF0-C748-9D90-DA828BE326CB}" destId="{464382CA-52CB-EF47-8F5A-0CB3FD00098B}" srcOrd="0" destOrd="0" presId="urn:microsoft.com/office/officeart/2005/8/layout/chevron1"/>
    <dgm:cxn modelId="{C46AB25E-65C3-D944-A044-0426A16FD57F}" type="presOf" srcId="{2FE81648-00F5-1C43-8611-EB412925AB27}" destId="{51ECB86A-98C8-3E4C-AD78-4F92BFE45F1A}" srcOrd="0" destOrd="0" presId="urn:microsoft.com/office/officeart/2005/8/layout/chevron1"/>
    <dgm:cxn modelId="{1E33B866-DF46-904F-B1E6-3513112FF3A8}" type="presOf" srcId="{81FED903-8879-944D-8982-5676C5161F67}" destId="{7C4CC9D4-B4FE-004E-8987-43FD33926934}" srcOrd="0" destOrd="0" presId="urn:microsoft.com/office/officeart/2005/8/layout/chevron1"/>
    <dgm:cxn modelId="{808B8171-31BB-754D-B866-9359F27497CC}" type="presOf" srcId="{4C753CF8-7028-4443-959E-916EBBF23870}" destId="{F4F1613F-603F-FC43-A7BA-52D6712139BB}" srcOrd="0" destOrd="0" presId="urn:microsoft.com/office/officeart/2005/8/layout/chevron1"/>
    <dgm:cxn modelId="{E0893582-09E0-6548-AF37-E59238A09F11}" srcId="{2FE81648-00F5-1C43-8611-EB412925AB27}" destId="{81FED903-8879-944D-8982-5676C5161F67}" srcOrd="2" destOrd="0" parTransId="{A2069193-BD8F-7E49-A86C-4E690D38A5B1}" sibTransId="{175BF783-860D-424F-86A2-905AD3063C46}"/>
    <dgm:cxn modelId="{11F41B9B-0C4C-5E49-A9DF-C91F7C949732}" srcId="{2FE81648-00F5-1C43-8611-EB412925AB27}" destId="{4C753CF8-7028-4443-959E-916EBBF23870}" srcOrd="4" destOrd="0" parTransId="{D79DE87A-DB9E-E246-B110-F7AE72DE4121}" sibTransId="{F629573D-9CAA-6041-B678-163D62B0283B}"/>
    <dgm:cxn modelId="{84362786-32CB-714D-8D4B-AB54554D8B45}" type="presParOf" srcId="{51ECB86A-98C8-3E4C-AD78-4F92BFE45F1A}" destId="{B4AAF00F-BDA6-5442-A732-AE0783CF1E08}" srcOrd="0" destOrd="0" presId="urn:microsoft.com/office/officeart/2005/8/layout/chevron1"/>
    <dgm:cxn modelId="{C7A7453A-40D3-6048-9294-0E695AADB0AD}" type="presParOf" srcId="{51ECB86A-98C8-3E4C-AD78-4F92BFE45F1A}" destId="{A4630F62-0BA1-EC42-95C9-02124C5B3162}" srcOrd="1" destOrd="0" presId="urn:microsoft.com/office/officeart/2005/8/layout/chevron1"/>
    <dgm:cxn modelId="{A2D44768-7E26-7643-8939-E5A2BEF266CA}" type="presParOf" srcId="{51ECB86A-98C8-3E4C-AD78-4F92BFE45F1A}" destId="{464382CA-52CB-EF47-8F5A-0CB3FD00098B}" srcOrd="2" destOrd="0" presId="urn:microsoft.com/office/officeart/2005/8/layout/chevron1"/>
    <dgm:cxn modelId="{6F9D4442-B26E-9942-AFF8-671E042ABDAD}" type="presParOf" srcId="{51ECB86A-98C8-3E4C-AD78-4F92BFE45F1A}" destId="{019F79D8-8A42-404C-87C1-745592843BD6}" srcOrd="3" destOrd="0" presId="urn:microsoft.com/office/officeart/2005/8/layout/chevron1"/>
    <dgm:cxn modelId="{4424902E-C8C0-BD44-909D-0561617B4544}" type="presParOf" srcId="{51ECB86A-98C8-3E4C-AD78-4F92BFE45F1A}" destId="{7C4CC9D4-B4FE-004E-8987-43FD33926934}" srcOrd="4" destOrd="0" presId="urn:microsoft.com/office/officeart/2005/8/layout/chevron1"/>
    <dgm:cxn modelId="{EAB4A7D1-BFCF-9744-A302-9C1CDA3554F7}" type="presParOf" srcId="{51ECB86A-98C8-3E4C-AD78-4F92BFE45F1A}" destId="{3ABA4A82-8D1F-1846-96FA-720AFD39BF77}" srcOrd="5" destOrd="0" presId="urn:microsoft.com/office/officeart/2005/8/layout/chevron1"/>
    <dgm:cxn modelId="{CFEF1B53-D964-5744-9DCB-4F427E2DB956}" type="presParOf" srcId="{51ECB86A-98C8-3E4C-AD78-4F92BFE45F1A}" destId="{FD2F74A0-F60A-324E-A365-7DC2D88B9D45}" srcOrd="6" destOrd="0" presId="urn:microsoft.com/office/officeart/2005/8/layout/chevron1"/>
    <dgm:cxn modelId="{435BF238-2F70-1F4F-8374-EC9649923E0D}" type="presParOf" srcId="{51ECB86A-98C8-3E4C-AD78-4F92BFE45F1A}" destId="{7C1A35F9-704B-D64F-BB7B-D79A51F8320E}" srcOrd="7" destOrd="0" presId="urn:microsoft.com/office/officeart/2005/8/layout/chevron1"/>
    <dgm:cxn modelId="{48B8D52C-EDAF-104D-841C-C944ECD4429D}" type="presParOf" srcId="{51ECB86A-98C8-3E4C-AD78-4F92BFE45F1A}" destId="{F4F1613F-603F-FC43-A7BA-52D6712139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FE81648-00F5-1C43-8611-EB412925AB27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978E3FA0-AD1A-6F4E-A754-A38E158F36AD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Confirm</a:t>
          </a:r>
        </a:p>
      </dgm:t>
    </dgm:pt>
    <dgm:pt modelId="{95B12F1D-A180-424A-8FC7-540056D48D9B}" type="parTrans" cxnId="{0AFF6A09-806B-B648-B54D-BA6457C18CB9}">
      <dgm:prSet/>
      <dgm:spPr/>
      <dgm:t>
        <a:bodyPr/>
        <a:lstStyle/>
        <a:p>
          <a:endParaRPr lang="en-US"/>
        </a:p>
      </dgm:t>
    </dgm:pt>
    <dgm:pt modelId="{9742A25A-F7E2-6A4B-B20E-EABF8E451D23}" type="sibTrans" cxnId="{0AFF6A09-806B-B648-B54D-BA6457C18CB9}">
      <dgm:prSet/>
      <dgm:spPr/>
      <dgm:t>
        <a:bodyPr/>
        <a:lstStyle/>
        <a:p>
          <a:endParaRPr lang="en-US"/>
        </a:p>
      </dgm:t>
    </dgm:pt>
    <dgm:pt modelId="{FADC2C43-EAF0-C748-9D90-DA828BE326CB}">
      <dgm:prSet phldrT="[Text]" phldr="0"/>
      <dgm:spPr>
        <a:solidFill>
          <a:schemeClr val="bg2"/>
        </a:solidFill>
      </dgm:spPr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Arial" panose="020B0604020202020204"/>
            </a:rPr>
            <a:t> Open</a:t>
          </a:r>
          <a:endParaRPr lang="en-US" dirty="0">
            <a:solidFill>
              <a:schemeClr val="accent1"/>
            </a:solidFill>
          </a:endParaRPr>
        </a:p>
      </dgm:t>
    </dgm:pt>
    <dgm:pt modelId="{B25766C1-0BAB-3641-831B-90BD84C5C5C3}" type="parTrans" cxnId="{3C04104A-94A4-A74F-AC37-CB4DA77E90B6}">
      <dgm:prSet/>
      <dgm:spPr/>
      <dgm:t>
        <a:bodyPr/>
        <a:lstStyle/>
        <a:p>
          <a:endParaRPr lang="en-US"/>
        </a:p>
      </dgm:t>
    </dgm:pt>
    <dgm:pt modelId="{BE896ED5-0041-EB42-B23F-5D394CDA61D5}" type="sibTrans" cxnId="{3C04104A-94A4-A74F-AC37-CB4DA77E90B6}">
      <dgm:prSet/>
      <dgm:spPr/>
      <dgm:t>
        <a:bodyPr/>
        <a:lstStyle/>
        <a:p>
          <a:endParaRPr lang="en-US"/>
        </a:p>
      </dgm:t>
    </dgm:pt>
    <dgm:pt modelId="{81FED903-8879-944D-8982-5676C5161F67}">
      <dgm:prSet phldrT="[Text]"/>
      <dgm:spPr>
        <a:solidFill>
          <a:schemeClr val="bg2"/>
        </a:solidFill>
      </dgm:spPr>
      <dgm:t>
        <a:bodyPr/>
        <a:lstStyle/>
        <a:p>
          <a:pPr rtl="0"/>
          <a:r>
            <a:rPr lang="en-US" dirty="0">
              <a:solidFill>
                <a:schemeClr val="accent1"/>
              </a:solidFill>
              <a:latin typeface="Arial" panose="020B0604020202020204"/>
            </a:rPr>
            <a:t> Exposure Trace</a:t>
          </a:r>
          <a:endParaRPr lang="en-US" dirty="0">
            <a:solidFill>
              <a:schemeClr val="accent1"/>
            </a:solidFill>
          </a:endParaRPr>
        </a:p>
      </dgm:t>
    </dgm:pt>
    <dgm:pt modelId="{A2069193-BD8F-7E49-A86C-4E690D38A5B1}" type="parTrans" cxnId="{E0893582-09E0-6548-AF37-E59238A09F11}">
      <dgm:prSet/>
      <dgm:spPr/>
      <dgm:t>
        <a:bodyPr/>
        <a:lstStyle/>
        <a:p>
          <a:endParaRPr lang="en-US"/>
        </a:p>
      </dgm:t>
    </dgm:pt>
    <dgm:pt modelId="{175BF783-860D-424F-86A2-905AD3063C46}" type="sibTrans" cxnId="{E0893582-09E0-6548-AF37-E59238A09F11}">
      <dgm:prSet/>
      <dgm:spPr/>
      <dgm:t>
        <a:bodyPr/>
        <a:lstStyle/>
        <a:p>
          <a:endParaRPr lang="en-US"/>
        </a:p>
      </dgm:t>
    </dgm:pt>
    <dgm:pt modelId="{75BBCB12-748D-9148-B049-48880838F889}">
      <dgm:prSet phldrT="[Text]"/>
      <dgm:spPr>
        <a:solidFill>
          <a:schemeClr val="bg2"/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  <a:latin typeface="Arial" panose="020B0604020202020204"/>
            </a:rPr>
            <a:t>Manage</a:t>
          </a:r>
          <a:endParaRPr lang="en-US" dirty="0">
            <a:solidFill>
              <a:schemeClr val="accent1"/>
            </a:solidFill>
          </a:endParaRPr>
        </a:p>
      </dgm:t>
    </dgm:pt>
    <dgm:pt modelId="{4957B683-6FA4-E34D-805F-F34F03977FD1}" type="parTrans" cxnId="{7DD4C601-39B3-3D4A-811D-6507A3D6080A}">
      <dgm:prSet/>
      <dgm:spPr/>
      <dgm:t>
        <a:bodyPr/>
        <a:lstStyle/>
        <a:p>
          <a:endParaRPr lang="en-US"/>
        </a:p>
      </dgm:t>
    </dgm:pt>
    <dgm:pt modelId="{46BF243B-5D4B-8D43-A61D-1D2292D7D9F9}" type="sibTrans" cxnId="{7DD4C601-39B3-3D4A-811D-6507A3D6080A}">
      <dgm:prSet/>
      <dgm:spPr/>
      <dgm:t>
        <a:bodyPr/>
        <a:lstStyle/>
        <a:p>
          <a:endParaRPr lang="en-US"/>
        </a:p>
      </dgm:t>
    </dgm:pt>
    <dgm:pt modelId="{4C753CF8-7028-4443-959E-916EBBF23870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Close</a:t>
          </a:r>
        </a:p>
      </dgm:t>
    </dgm:pt>
    <dgm:pt modelId="{D79DE87A-DB9E-E246-B110-F7AE72DE4121}" type="parTrans" cxnId="{11F41B9B-0C4C-5E49-A9DF-C91F7C949732}">
      <dgm:prSet/>
      <dgm:spPr/>
      <dgm:t>
        <a:bodyPr/>
        <a:lstStyle/>
        <a:p>
          <a:endParaRPr lang="en-US"/>
        </a:p>
      </dgm:t>
    </dgm:pt>
    <dgm:pt modelId="{F629573D-9CAA-6041-B678-163D62B0283B}" type="sibTrans" cxnId="{11F41B9B-0C4C-5E49-A9DF-C91F7C949732}">
      <dgm:prSet/>
      <dgm:spPr/>
      <dgm:t>
        <a:bodyPr/>
        <a:lstStyle/>
        <a:p>
          <a:endParaRPr lang="en-US"/>
        </a:p>
      </dgm:t>
    </dgm:pt>
    <dgm:pt modelId="{51ECB86A-98C8-3E4C-AD78-4F92BFE45F1A}" type="pres">
      <dgm:prSet presAssocID="{2FE81648-00F5-1C43-8611-EB412925AB27}" presName="Name0" presStyleCnt="0">
        <dgm:presLayoutVars>
          <dgm:dir/>
          <dgm:animLvl val="lvl"/>
          <dgm:resizeHandles val="exact"/>
        </dgm:presLayoutVars>
      </dgm:prSet>
      <dgm:spPr/>
    </dgm:pt>
    <dgm:pt modelId="{B4AAF00F-BDA6-5442-A732-AE0783CF1E08}" type="pres">
      <dgm:prSet presAssocID="{978E3FA0-AD1A-6F4E-A754-A38E158F36AD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4630F62-0BA1-EC42-95C9-02124C5B3162}" type="pres">
      <dgm:prSet presAssocID="{9742A25A-F7E2-6A4B-B20E-EABF8E451D23}" presName="parTxOnlySpace" presStyleCnt="0"/>
      <dgm:spPr/>
    </dgm:pt>
    <dgm:pt modelId="{464382CA-52CB-EF47-8F5A-0CB3FD00098B}" type="pres">
      <dgm:prSet presAssocID="{FADC2C43-EAF0-C748-9D90-DA828BE326C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019F79D8-8A42-404C-87C1-745592843BD6}" type="pres">
      <dgm:prSet presAssocID="{BE896ED5-0041-EB42-B23F-5D394CDA61D5}" presName="parTxOnlySpace" presStyleCnt="0"/>
      <dgm:spPr/>
    </dgm:pt>
    <dgm:pt modelId="{7C4CC9D4-B4FE-004E-8987-43FD33926934}" type="pres">
      <dgm:prSet presAssocID="{81FED903-8879-944D-8982-5676C5161F6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ABA4A82-8D1F-1846-96FA-720AFD39BF77}" type="pres">
      <dgm:prSet presAssocID="{175BF783-860D-424F-86A2-905AD3063C46}" presName="parTxOnlySpace" presStyleCnt="0"/>
      <dgm:spPr/>
    </dgm:pt>
    <dgm:pt modelId="{FD2F74A0-F60A-324E-A365-7DC2D88B9D45}" type="pres">
      <dgm:prSet presAssocID="{75BBCB12-748D-9148-B049-48880838F889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7C1A35F9-704B-D64F-BB7B-D79A51F8320E}" type="pres">
      <dgm:prSet presAssocID="{46BF243B-5D4B-8D43-A61D-1D2292D7D9F9}" presName="parTxOnlySpace" presStyleCnt="0"/>
      <dgm:spPr/>
    </dgm:pt>
    <dgm:pt modelId="{F4F1613F-603F-FC43-A7BA-52D6712139BB}" type="pres">
      <dgm:prSet presAssocID="{4C753CF8-7028-4443-959E-916EBBF2387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7DD4C601-39B3-3D4A-811D-6507A3D6080A}" srcId="{2FE81648-00F5-1C43-8611-EB412925AB27}" destId="{75BBCB12-748D-9148-B049-48880838F889}" srcOrd="3" destOrd="0" parTransId="{4957B683-6FA4-E34D-805F-F34F03977FD1}" sibTransId="{46BF243B-5D4B-8D43-A61D-1D2292D7D9F9}"/>
    <dgm:cxn modelId="{0AFF6A09-806B-B648-B54D-BA6457C18CB9}" srcId="{2FE81648-00F5-1C43-8611-EB412925AB27}" destId="{978E3FA0-AD1A-6F4E-A754-A38E158F36AD}" srcOrd="0" destOrd="0" parTransId="{95B12F1D-A180-424A-8FC7-540056D48D9B}" sibTransId="{9742A25A-F7E2-6A4B-B20E-EABF8E451D23}"/>
    <dgm:cxn modelId="{CB918F0C-98D2-2B4E-8BC8-7B7E4AD2AC12}" type="presOf" srcId="{978E3FA0-AD1A-6F4E-A754-A38E158F36AD}" destId="{B4AAF00F-BDA6-5442-A732-AE0783CF1E08}" srcOrd="0" destOrd="0" presId="urn:microsoft.com/office/officeart/2005/8/layout/chevron1"/>
    <dgm:cxn modelId="{BED2A334-C7DC-F04D-8F6B-E5AB1F25155A}" type="presOf" srcId="{75BBCB12-748D-9148-B049-48880838F889}" destId="{FD2F74A0-F60A-324E-A365-7DC2D88B9D45}" srcOrd="0" destOrd="0" presId="urn:microsoft.com/office/officeart/2005/8/layout/chevron1"/>
    <dgm:cxn modelId="{3C04104A-94A4-A74F-AC37-CB4DA77E90B6}" srcId="{2FE81648-00F5-1C43-8611-EB412925AB27}" destId="{FADC2C43-EAF0-C748-9D90-DA828BE326CB}" srcOrd="1" destOrd="0" parTransId="{B25766C1-0BAB-3641-831B-90BD84C5C5C3}" sibTransId="{BE896ED5-0041-EB42-B23F-5D394CDA61D5}"/>
    <dgm:cxn modelId="{C851C851-98B9-054A-B67F-9FA8DD0B4EDB}" type="presOf" srcId="{FADC2C43-EAF0-C748-9D90-DA828BE326CB}" destId="{464382CA-52CB-EF47-8F5A-0CB3FD00098B}" srcOrd="0" destOrd="0" presId="urn:microsoft.com/office/officeart/2005/8/layout/chevron1"/>
    <dgm:cxn modelId="{C46AB25E-65C3-D944-A044-0426A16FD57F}" type="presOf" srcId="{2FE81648-00F5-1C43-8611-EB412925AB27}" destId="{51ECB86A-98C8-3E4C-AD78-4F92BFE45F1A}" srcOrd="0" destOrd="0" presId="urn:microsoft.com/office/officeart/2005/8/layout/chevron1"/>
    <dgm:cxn modelId="{1E33B866-DF46-904F-B1E6-3513112FF3A8}" type="presOf" srcId="{81FED903-8879-944D-8982-5676C5161F67}" destId="{7C4CC9D4-B4FE-004E-8987-43FD33926934}" srcOrd="0" destOrd="0" presId="urn:microsoft.com/office/officeart/2005/8/layout/chevron1"/>
    <dgm:cxn modelId="{808B8171-31BB-754D-B866-9359F27497CC}" type="presOf" srcId="{4C753CF8-7028-4443-959E-916EBBF23870}" destId="{F4F1613F-603F-FC43-A7BA-52D6712139BB}" srcOrd="0" destOrd="0" presId="urn:microsoft.com/office/officeart/2005/8/layout/chevron1"/>
    <dgm:cxn modelId="{E0893582-09E0-6548-AF37-E59238A09F11}" srcId="{2FE81648-00F5-1C43-8611-EB412925AB27}" destId="{81FED903-8879-944D-8982-5676C5161F67}" srcOrd="2" destOrd="0" parTransId="{A2069193-BD8F-7E49-A86C-4E690D38A5B1}" sibTransId="{175BF783-860D-424F-86A2-905AD3063C46}"/>
    <dgm:cxn modelId="{11F41B9B-0C4C-5E49-A9DF-C91F7C949732}" srcId="{2FE81648-00F5-1C43-8611-EB412925AB27}" destId="{4C753CF8-7028-4443-959E-916EBBF23870}" srcOrd="4" destOrd="0" parTransId="{D79DE87A-DB9E-E246-B110-F7AE72DE4121}" sibTransId="{F629573D-9CAA-6041-B678-163D62B0283B}"/>
    <dgm:cxn modelId="{84362786-32CB-714D-8D4B-AB54554D8B45}" type="presParOf" srcId="{51ECB86A-98C8-3E4C-AD78-4F92BFE45F1A}" destId="{B4AAF00F-BDA6-5442-A732-AE0783CF1E08}" srcOrd="0" destOrd="0" presId="urn:microsoft.com/office/officeart/2005/8/layout/chevron1"/>
    <dgm:cxn modelId="{C7A7453A-40D3-6048-9294-0E695AADB0AD}" type="presParOf" srcId="{51ECB86A-98C8-3E4C-AD78-4F92BFE45F1A}" destId="{A4630F62-0BA1-EC42-95C9-02124C5B3162}" srcOrd="1" destOrd="0" presId="urn:microsoft.com/office/officeart/2005/8/layout/chevron1"/>
    <dgm:cxn modelId="{A2D44768-7E26-7643-8939-E5A2BEF266CA}" type="presParOf" srcId="{51ECB86A-98C8-3E4C-AD78-4F92BFE45F1A}" destId="{464382CA-52CB-EF47-8F5A-0CB3FD00098B}" srcOrd="2" destOrd="0" presId="urn:microsoft.com/office/officeart/2005/8/layout/chevron1"/>
    <dgm:cxn modelId="{6F9D4442-B26E-9942-AFF8-671E042ABDAD}" type="presParOf" srcId="{51ECB86A-98C8-3E4C-AD78-4F92BFE45F1A}" destId="{019F79D8-8A42-404C-87C1-745592843BD6}" srcOrd="3" destOrd="0" presId="urn:microsoft.com/office/officeart/2005/8/layout/chevron1"/>
    <dgm:cxn modelId="{4424902E-C8C0-BD44-909D-0561617B4544}" type="presParOf" srcId="{51ECB86A-98C8-3E4C-AD78-4F92BFE45F1A}" destId="{7C4CC9D4-B4FE-004E-8987-43FD33926934}" srcOrd="4" destOrd="0" presId="urn:microsoft.com/office/officeart/2005/8/layout/chevron1"/>
    <dgm:cxn modelId="{EAB4A7D1-BFCF-9744-A302-9C1CDA3554F7}" type="presParOf" srcId="{51ECB86A-98C8-3E4C-AD78-4F92BFE45F1A}" destId="{3ABA4A82-8D1F-1846-96FA-720AFD39BF77}" srcOrd="5" destOrd="0" presId="urn:microsoft.com/office/officeart/2005/8/layout/chevron1"/>
    <dgm:cxn modelId="{CFEF1B53-D964-5744-9DCB-4F427E2DB956}" type="presParOf" srcId="{51ECB86A-98C8-3E4C-AD78-4F92BFE45F1A}" destId="{FD2F74A0-F60A-324E-A365-7DC2D88B9D45}" srcOrd="6" destOrd="0" presId="urn:microsoft.com/office/officeart/2005/8/layout/chevron1"/>
    <dgm:cxn modelId="{435BF238-2F70-1F4F-8374-EC9649923E0D}" type="presParOf" srcId="{51ECB86A-98C8-3E4C-AD78-4F92BFE45F1A}" destId="{7C1A35F9-704B-D64F-BB7B-D79A51F8320E}" srcOrd="7" destOrd="0" presId="urn:microsoft.com/office/officeart/2005/8/layout/chevron1"/>
    <dgm:cxn modelId="{48B8D52C-EDAF-104D-841C-C944ECD4429D}" type="presParOf" srcId="{51ECB86A-98C8-3E4C-AD78-4F92BFE45F1A}" destId="{F4F1613F-603F-FC43-A7BA-52D6712139B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AF00F-BDA6-5442-A732-AE0783CF1E08}">
      <dsp:nvSpPr>
        <dsp:cNvPr id="0" name=""/>
        <dsp:cNvSpPr/>
      </dsp:nvSpPr>
      <dsp:spPr>
        <a:xfrm>
          <a:off x="3572" y="0"/>
          <a:ext cx="2079838" cy="759502"/>
        </a:xfrm>
        <a:prstGeom prst="chevron">
          <a:avLst/>
        </a:prstGeom>
        <a:solidFill>
          <a:schemeClr val="accent6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bg1"/>
              </a:solidFill>
            </a:rPr>
            <a:t>Confirm</a:t>
          </a:r>
        </a:p>
      </dsp:txBody>
      <dsp:txXfrm>
        <a:off x="383323" y="0"/>
        <a:ext cx="1320336" cy="759502"/>
      </dsp:txXfrm>
    </dsp:sp>
    <dsp:sp modelId="{464382CA-52CB-EF47-8F5A-0CB3FD00098B}">
      <dsp:nvSpPr>
        <dsp:cNvPr id="0" name=""/>
        <dsp:cNvSpPr/>
      </dsp:nvSpPr>
      <dsp:spPr>
        <a:xfrm>
          <a:off x="1875428" y="0"/>
          <a:ext cx="2079838" cy="759502"/>
        </a:xfrm>
        <a:prstGeom prst="chevron">
          <a:avLst/>
        </a:prstGeom>
        <a:solidFill>
          <a:schemeClr val="accent6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bg1"/>
              </a:solidFill>
            </a:rPr>
            <a:t>Investigate</a:t>
          </a:r>
        </a:p>
      </dsp:txBody>
      <dsp:txXfrm>
        <a:off x="2255179" y="0"/>
        <a:ext cx="1320336" cy="759502"/>
      </dsp:txXfrm>
    </dsp:sp>
    <dsp:sp modelId="{FD2F74A0-F60A-324E-A365-7DC2D88B9D45}">
      <dsp:nvSpPr>
        <dsp:cNvPr id="0" name=""/>
        <dsp:cNvSpPr/>
      </dsp:nvSpPr>
      <dsp:spPr>
        <a:xfrm>
          <a:off x="3747283" y="0"/>
          <a:ext cx="2079838" cy="759502"/>
        </a:xfrm>
        <a:prstGeom prst="chevron">
          <a:avLst/>
        </a:prstGeom>
        <a:solidFill>
          <a:schemeClr val="accent6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bg1"/>
              </a:solidFill>
            </a:rPr>
            <a:t>Intervene</a:t>
          </a:r>
        </a:p>
      </dsp:txBody>
      <dsp:txXfrm>
        <a:off x="4127034" y="0"/>
        <a:ext cx="1320336" cy="759502"/>
      </dsp:txXfrm>
    </dsp:sp>
    <dsp:sp modelId="{F4F1613F-603F-FC43-A7BA-52D6712139BB}">
      <dsp:nvSpPr>
        <dsp:cNvPr id="0" name=""/>
        <dsp:cNvSpPr/>
      </dsp:nvSpPr>
      <dsp:spPr>
        <a:xfrm>
          <a:off x="5619138" y="0"/>
          <a:ext cx="2079838" cy="759502"/>
        </a:xfrm>
        <a:prstGeom prst="chevron">
          <a:avLst/>
        </a:prstGeom>
        <a:solidFill>
          <a:schemeClr val="accent6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solidFill>
                <a:schemeClr val="bg1"/>
              </a:solidFill>
            </a:rPr>
            <a:t>Close</a:t>
          </a:r>
        </a:p>
      </dsp:txBody>
      <dsp:txXfrm>
        <a:off x="5998889" y="0"/>
        <a:ext cx="1320336" cy="7595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AF00F-BDA6-5442-A732-AE0783CF1E08}">
      <dsp:nvSpPr>
        <dsp:cNvPr id="0" name=""/>
        <dsp:cNvSpPr/>
      </dsp:nvSpPr>
      <dsp:spPr>
        <a:xfrm>
          <a:off x="1880" y="137807"/>
          <a:ext cx="1673649" cy="669459"/>
        </a:xfrm>
        <a:prstGeom prst="chevron">
          <a:avLst/>
        </a:prstGeom>
        <a:solidFill>
          <a:schemeClr val="accent3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Register</a:t>
          </a:r>
        </a:p>
      </dsp:txBody>
      <dsp:txXfrm>
        <a:off x="336610" y="137807"/>
        <a:ext cx="1004190" cy="669459"/>
      </dsp:txXfrm>
    </dsp:sp>
    <dsp:sp modelId="{464382CA-52CB-EF47-8F5A-0CB3FD00098B}">
      <dsp:nvSpPr>
        <dsp:cNvPr id="0" name=""/>
        <dsp:cNvSpPr/>
      </dsp:nvSpPr>
      <dsp:spPr>
        <a:xfrm>
          <a:off x="1508165" y="137807"/>
          <a:ext cx="1673649" cy="669459"/>
        </a:xfrm>
        <a:prstGeom prst="chevron">
          <a:avLst/>
        </a:prstGeom>
        <a:solidFill>
          <a:schemeClr val="accent3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Assess</a:t>
          </a:r>
        </a:p>
      </dsp:txBody>
      <dsp:txXfrm>
        <a:off x="1842895" y="137807"/>
        <a:ext cx="1004190" cy="669459"/>
      </dsp:txXfrm>
    </dsp:sp>
    <dsp:sp modelId="{7C4CC9D4-B4FE-004E-8987-43FD33926934}">
      <dsp:nvSpPr>
        <dsp:cNvPr id="0" name=""/>
        <dsp:cNvSpPr/>
      </dsp:nvSpPr>
      <dsp:spPr>
        <a:xfrm>
          <a:off x="3014450" y="137807"/>
          <a:ext cx="1673649" cy="669459"/>
        </a:xfrm>
        <a:prstGeom prst="chevron">
          <a:avLst/>
        </a:prstGeom>
        <a:solidFill>
          <a:schemeClr val="accent3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  <a:latin typeface="Arial" panose="020B0604020202020204"/>
            </a:rPr>
            <a:t>Plan</a:t>
          </a:r>
          <a:endParaRPr lang="en-US" sz="1500" kern="1200">
            <a:solidFill>
              <a:schemeClr val="bg1"/>
            </a:solidFill>
          </a:endParaRPr>
        </a:p>
      </dsp:txBody>
      <dsp:txXfrm>
        <a:off x="3349180" y="137807"/>
        <a:ext cx="1004190" cy="669459"/>
      </dsp:txXfrm>
    </dsp:sp>
    <dsp:sp modelId="{FD2F74A0-F60A-324E-A365-7DC2D88B9D45}">
      <dsp:nvSpPr>
        <dsp:cNvPr id="0" name=""/>
        <dsp:cNvSpPr/>
      </dsp:nvSpPr>
      <dsp:spPr>
        <a:xfrm>
          <a:off x="4520734" y="137807"/>
          <a:ext cx="1673649" cy="669459"/>
        </a:xfrm>
        <a:prstGeom prst="chevron">
          <a:avLst/>
        </a:prstGeom>
        <a:solidFill>
          <a:schemeClr val="accent3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Treat</a:t>
          </a:r>
        </a:p>
      </dsp:txBody>
      <dsp:txXfrm>
        <a:off x="4855464" y="137807"/>
        <a:ext cx="1004190" cy="669459"/>
      </dsp:txXfrm>
    </dsp:sp>
    <dsp:sp modelId="{F4F1613F-603F-FC43-A7BA-52D6712139BB}">
      <dsp:nvSpPr>
        <dsp:cNvPr id="0" name=""/>
        <dsp:cNvSpPr/>
      </dsp:nvSpPr>
      <dsp:spPr>
        <a:xfrm>
          <a:off x="6027019" y="137807"/>
          <a:ext cx="1673649" cy="669459"/>
        </a:xfrm>
        <a:prstGeom prst="chevron">
          <a:avLst/>
        </a:prstGeom>
        <a:solidFill>
          <a:schemeClr val="accent3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solidFill>
                <a:schemeClr val="bg1"/>
              </a:solidFill>
            </a:rPr>
            <a:t>Follow-up</a:t>
          </a:r>
        </a:p>
      </dsp:txBody>
      <dsp:txXfrm>
        <a:off x="6361749" y="137807"/>
        <a:ext cx="1004190" cy="6694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AF00F-BDA6-5442-A732-AE0783CF1E08}">
      <dsp:nvSpPr>
        <dsp:cNvPr id="0" name=""/>
        <dsp:cNvSpPr/>
      </dsp:nvSpPr>
      <dsp:spPr>
        <a:xfrm>
          <a:off x="1880" y="137807"/>
          <a:ext cx="1673649" cy="669459"/>
        </a:xfrm>
        <a:prstGeom prst="chevron">
          <a:avLst/>
        </a:prstGeom>
        <a:solidFill>
          <a:schemeClr val="accent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</a:rPr>
            <a:t>Assess</a:t>
          </a:r>
        </a:p>
      </dsp:txBody>
      <dsp:txXfrm>
        <a:off x="336610" y="137807"/>
        <a:ext cx="1004190" cy="669459"/>
      </dsp:txXfrm>
    </dsp:sp>
    <dsp:sp modelId="{464382CA-52CB-EF47-8F5A-0CB3FD00098B}">
      <dsp:nvSpPr>
        <dsp:cNvPr id="0" name=""/>
        <dsp:cNvSpPr/>
      </dsp:nvSpPr>
      <dsp:spPr>
        <a:xfrm>
          <a:off x="1508165" y="137807"/>
          <a:ext cx="1673649" cy="669459"/>
        </a:xfrm>
        <a:prstGeom prst="chevron">
          <a:avLst/>
        </a:prstGeom>
        <a:solidFill>
          <a:schemeClr val="accent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</a:rPr>
            <a:t>Open</a:t>
          </a:r>
        </a:p>
      </dsp:txBody>
      <dsp:txXfrm>
        <a:off x="1842895" y="137807"/>
        <a:ext cx="1004190" cy="669459"/>
      </dsp:txXfrm>
    </dsp:sp>
    <dsp:sp modelId="{7C4CC9D4-B4FE-004E-8987-43FD33926934}">
      <dsp:nvSpPr>
        <dsp:cNvPr id="0" name=""/>
        <dsp:cNvSpPr/>
      </dsp:nvSpPr>
      <dsp:spPr>
        <a:xfrm>
          <a:off x="3014450" y="137807"/>
          <a:ext cx="1673649" cy="669459"/>
        </a:xfrm>
        <a:prstGeom prst="chevron">
          <a:avLst/>
        </a:prstGeom>
        <a:solidFill>
          <a:schemeClr val="accent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Arial" panose="020B0604020202020204"/>
            </a:rPr>
            <a:t> Exposure Trace</a:t>
          </a:r>
          <a:endParaRPr lang="en-US" sz="1600" kern="1200">
            <a:solidFill>
              <a:schemeClr val="bg1"/>
            </a:solidFill>
          </a:endParaRPr>
        </a:p>
      </dsp:txBody>
      <dsp:txXfrm>
        <a:off x="3349180" y="137807"/>
        <a:ext cx="1004190" cy="669459"/>
      </dsp:txXfrm>
    </dsp:sp>
    <dsp:sp modelId="{FD2F74A0-F60A-324E-A365-7DC2D88B9D45}">
      <dsp:nvSpPr>
        <dsp:cNvPr id="0" name=""/>
        <dsp:cNvSpPr/>
      </dsp:nvSpPr>
      <dsp:spPr>
        <a:xfrm>
          <a:off x="4520734" y="137807"/>
          <a:ext cx="1673649" cy="669459"/>
        </a:xfrm>
        <a:prstGeom prst="chevron">
          <a:avLst/>
        </a:prstGeom>
        <a:solidFill>
          <a:schemeClr val="accent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  <a:latin typeface="Arial" panose="020B0604020202020204"/>
            </a:rPr>
            <a:t>Manage</a:t>
          </a:r>
          <a:endParaRPr lang="en-US" sz="1600" kern="1200">
            <a:solidFill>
              <a:schemeClr val="bg1"/>
            </a:solidFill>
          </a:endParaRPr>
        </a:p>
      </dsp:txBody>
      <dsp:txXfrm>
        <a:off x="4855464" y="137807"/>
        <a:ext cx="1004190" cy="669459"/>
      </dsp:txXfrm>
    </dsp:sp>
    <dsp:sp modelId="{F4F1613F-603F-FC43-A7BA-52D6712139BB}">
      <dsp:nvSpPr>
        <dsp:cNvPr id="0" name=""/>
        <dsp:cNvSpPr/>
      </dsp:nvSpPr>
      <dsp:spPr>
        <a:xfrm>
          <a:off x="6027019" y="137807"/>
          <a:ext cx="1673649" cy="669459"/>
        </a:xfrm>
        <a:prstGeom prst="chevron">
          <a:avLst/>
        </a:prstGeom>
        <a:solidFill>
          <a:schemeClr val="accent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bg1"/>
              </a:solidFill>
            </a:rPr>
            <a:t>Close</a:t>
          </a:r>
        </a:p>
      </dsp:txBody>
      <dsp:txXfrm>
        <a:off x="6361749" y="137807"/>
        <a:ext cx="1004190" cy="6694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AF00F-BDA6-5442-A732-AE0783CF1E08}">
      <dsp:nvSpPr>
        <dsp:cNvPr id="0" name=""/>
        <dsp:cNvSpPr/>
      </dsp:nvSpPr>
      <dsp:spPr>
        <a:xfrm>
          <a:off x="1880" y="137807"/>
          <a:ext cx="1673649" cy="66945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Confirm</a:t>
          </a:r>
        </a:p>
      </dsp:txBody>
      <dsp:txXfrm>
        <a:off x="336610" y="137807"/>
        <a:ext cx="1004190" cy="669459"/>
      </dsp:txXfrm>
    </dsp:sp>
    <dsp:sp modelId="{464382CA-52CB-EF47-8F5A-0CB3FD00098B}">
      <dsp:nvSpPr>
        <dsp:cNvPr id="0" name=""/>
        <dsp:cNvSpPr/>
      </dsp:nvSpPr>
      <dsp:spPr>
        <a:xfrm>
          <a:off x="1508165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accent1"/>
              </a:solidFill>
            </a:rPr>
            <a:t>Open</a:t>
          </a:r>
        </a:p>
      </dsp:txBody>
      <dsp:txXfrm>
        <a:off x="1842895" y="137807"/>
        <a:ext cx="1004190" cy="669459"/>
      </dsp:txXfrm>
    </dsp:sp>
    <dsp:sp modelId="{7C4CC9D4-B4FE-004E-8987-43FD33926934}">
      <dsp:nvSpPr>
        <dsp:cNvPr id="0" name=""/>
        <dsp:cNvSpPr/>
      </dsp:nvSpPr>
      <dsp:spPr>
        <a:xfrm>
          <a:off x="3014450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accent1"/>
              </a:solidFill>
              <a:latin typeface="Arial" panose="020B0604020202020204"/>
            </a:rPr>
            <a:t> Exposure Trace</a:t>
          </a:r>
          <a:endParaRPr lang="en-US" sz="1600" kern="1200">
            <a:solidFill>
              <a:schemeClr val="accent1"/>
            </a:solidFill>
          </a:endParaRPr>
        </a:p>
      </dsp:txBody>
      <dsp:txXfrm>
        <a:off x="3349180" y="137807"/>
        <a:ext cx="1004190" cy="669459"/>
      </dsp:txXfrm>
    </dsp:sp>
    <dsp:sp modelId="{FD2F74A0-F60A-324E-A365-7DC2D88B9D45}">
      <dsp:nvSpPr>
        <dsp:cNvPr id="0" name=""/>
        <dsp:cNvSpPr/>
      </dsp:nvSpPr>
      <dsp:spPr>
        <a:xfrm>
          <a:off x="4520734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accent1"/>
              </a:solidFill>
              <a:latin typeface="Arial" panose="020B0604020202020204"/>
            </a:rPr>
            <a:t>Manage</a:t>
          </a:r>
          <a:endParaRPr lang="en-US" sz="1600" kern="1200">
            <a:solidFill>
              <a:schemeClr val="accent1"/>
            </a:solidFill>
          </a:endParaRPr>
        </a:p>
      </dsp:txBody>
      <dsp:txXfrm>
        <a:off x="4855464" y="137807"/>
        <a:ext cx="1004190" cy="669459"/>
      </dsp:txXfrm>
    </dsp:sp>
    <dsp:sp modelId="{F4F1613F-603F-FC43-A7BA-52D6712139BB}">
      <dsp:nvSpPr>
        <dsp:cNvPr id="0" name=""/>
        <dsp:cNvSpPr/>
      </dsp:nvSpPr>
      <dsp:spPr>
        <a:xfrm>
          <a:off x="6027019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solidFill>
                <a:schemeClr val="accent1"/>
              </a:solidFill>
            </a:rPr>
            <a:t>Close</a:t>
          </a:r>
        </a:p>
      </dsp:txBody>
      <dsp:txXfrm>
        <a:off x="6361749" y="137807"/>
        <a:ext cx="1004190" cy="6694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AF00F-BDA6-5442-A732-AE0783CF1E08}">
      <dsp:nvSpPr>
        <dsp:cNvPr id="0" name=""/>
        <dsp:cNvSpPr/>
      </dsp:nvSpPr>
      <dsp:spPr>
        <a:xfrm>
          <a:off x="1880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</a:rPr>
            <a:t>Confirm</a:t>
          </a:r>
        </a:p>
      </dsp:txBody>
      <dsp:txXfrm>
        <a:off x="336610" y="137807"/>
        <a:ext cx="1004190" cy="669459"/>
      </dsp:txXfrm>
    </dsp:sp>
    <dsp:sp modelId="{464382CA-52CB-EF47-8F5A-0CB3FD00098B}">
      <dsp:nvSpPr>
        <dsp:cNvPr id="0" name=""/>
        <dsp:cNvSpPr/>
      </dsp:nvSpPr>
      <dsp:spPr>
        <a:xfrm>
          <a:off x="1508165" y="137807"/>
          <a:ext cx="1673649" cy="669459"/>
        </a:xfrm>
        <a:prstGeom prst="chevron">
          <a:avLst/>
        </a:prstGeom>
        <a:solidFill>
          <a:schemeClr val="accent1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Arial" panose="020B0604020202020204"/>
            </a:rPr>
            <a:t> Open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1842895" y="137807"/>
        <a:ext cx="1004190" cy="669459"/>
      </dsp:txXfrm>
    </dsp:sp>
    <dsp:sp modelId="{7C4CC9D4-B4FE-004E-8987-43FD33926934}">
      <dsp:nvSpPr>
        <dsp:cNvPr id="0" name=""/>
        <dsp:cNvSpPr/>
      </dsp:nvSpPr>
      <dsp:spPr>
        <a:xfrm>
          <a:off x="3014450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  <a:latin typeface="Arial" panose="020B0604020202020204"/>
            </a:rPr>
            <a:t> Exposure Trace</a:t>
          </a:r>
          <a:endParaRPr lang="en-US" sz="1600" kern="1200" dirty="0">
            <a:solidFill>
              <a:schemeClr val="accent1"/>
            </a:solidFill>
          </a:endParaRPr>
        </a:p>
      </dsp:txBody>
      <dsp:txXfrm>
        <a:off x="3349180" y="137807"/>
        <a:ext cx="1004190" cy="669459"/>
      </dsp:txXfrm>
    </dsp:sp>
    <dsp:sp modelId="{FD2F74A0-F60A-324E-A365-7DC2D88B9D45}">
      <dsp:nvSpPr>
        <dsp:cNvPr id="0" name=""/>
        <dsp:cNvSpPr/>
      </dsp:nvSpPr>
      <dsp:spPr>
        <a:xfrm>
          <a:off x="4520734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  <a:latin typeface="Arial" panose="020B0604020202020204"/>
            </a:rPr>
            <a:t>Manage</a:t>
          </a:r>
          <a:endParaRPr lang="en-US" sz="1600" kern="1200" dirty="0">
            <a:solidFill>
              <a:schemeClr val="accent1"/>
            </a:solidFill>
          </a:endParaRPr>
        </a:p>
      </dsp:txBody>
      <dsp:txXfrm>
        <a:off x="4855464" y="137807"/>
        <a:ext cx="1004190" cy="669459"/>
      </dsp:txXfrm>
    </dsp:sp>
    <dsp:sp modelId="{F4F1613F-603F-FC43-A7BA-52D6712139BB}">
      <dsp:nvSpPr>
        <dsp:cNvPr id="0" name=""/>
        <dsp:cNvSpPr/>
      </dsp:nvSpPr>
      <dsp:spPr>
        <a:xfrm>
          <a:off x="6027019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</a:rPr>
            <a:t>Close</a:t>
          </a:r>
        </a:p>
      </dsp:txBody>
      <dsp:txXfrm>
        <a:off x="6361749" y="137807"/>
        <a:ext cx="1004190" cy="6694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AF00F-BDA6-5442-A732-AE0783CF1E08}">
      <dsp:nvSpPr>
        <dsp:cNvPr id="0" name=""/>
        <dsp:cNvSpPr/>
      </dsp:nvSpPr>
      <dsp:spPr>
        <a:xfrm>
          <a:off x="1880" y="0"/>
          <a:ext cx="1673649" cy="602438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accent1"/>
              </a:solidFill>
            </a:rPr>
            <a:t>Confirm</a:t>
          </a:r>
        </a:p>
      </dsp:txBody>
      <dsp:txXfrm>
        <a:off x="303099" y="0"/>
        <a:ext cx="1071211" cy="602438"/>
      </dsp:txXfrm>
    </dsp:sp>
    <dsp:sp modelId="{464382CA-52CB-EF47-8F5A-0CB3FD00098B}">
      <dsp:nvSpPr>
        <dsp:cNvPr id="0" name=""/>
        <dsp:cNvSpPr/>
      </dsp:nvSpPr>
      <dsp:spPr>
        <a:xfrm>
          <a:off x="1508165" y="0"/>
          <a:ext cx="1673649" cy="602438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accent1"/>
              </a:solidFill>
              <a:latin typeface="Arial" panose="020B0604020202020204"/>
            </a:rPr>
            <a:t> Open</a:t>
          </a:r>
          <a:endParaRPr lang="en-US" sz="1700" kern="1200" dirty="0">
            <a:solidFill>
              <a:schemeClr val="accent1"/>
            </a:solidFill>
          </a:endParaRPr>
        </a:p>
      </dsp:txBody>
      <dsp:txXfrm>
        <a:off x="1809384" y="0"/>
        <a:ext cx="1071211" cy="602438"/>
      </dsp:txXfrm>
    </dsp:sp>
    <dsp:sp modelId="{7C4CC9D4-B4FE-004E-8987-43FD33926934}">
      <dsp:nvSpPr>
        <dsp:cNvPr id="0" name=""/>
        <dsp:cNvSpPr/>
      </dsp:nvSpPr>
      <dsp:spPr>
        <a:xfrm>
          <a:off x="3014450" y="0"/>
          <a:ext cx="1673649" cy="602438"/>
        </a:xfrm>
        <a:prstGeom prst="chevron">
          <a:avLst/>
        </a:prstGeom>
        <a:solidFill>
          <a:schemeClr val="accent1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bg2"/>
              </a:solidFill>
              <a:latin typeface="Arial" panose="020B0604020202020204"/>
            </a:rPr>
            <a:t> Exposure Trace</a:t>
          </a:r>
          <a:endParaRPr lang="en-US" sz="1700" kern="1200" dirty="0">
            <a:solidFill>
              <a:schemeClr val="bg2"/>
            </a:solidFill>
          </a:endParaRPr>
        </a:p>
      </dsp:txBody>
      <dsp:txXfrm>
        <a:off x="3315669" y="0"/>
        <a:ext cx="1071211" cy="602438"/>
      </dsp:txXfrm>
    </dsp:sp>
    <dsp:sp modelId="{FD2F74A0-F60A-324E-A365-7DC2D88B9D45}">
      <dsp:nvSpPr>
        <dsp:cNvPr id="0" name=""/>
        <dsp:cNvSpPr/>
      </dsp:nvSpPr>
      <dsp:spPr>
        <a:xfrm>
          <a:off x="4520734" y="0"/>
          <a:ext cx="1673649" cy="602438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accent1"/>
              </a:solidFill>
              <a:latin typeface="Arial" panose="020B0604020202020204"/>
            </a:rPr>
            <a:t>Manage</a:t>
          </a:r>
          <a:endParaRPr lang="en-US" sz="1700" kern="1200" dirty="0">
            <a:solidFill>
              <a:schemeClr val="accent1"/>
            </a:solidFill>
          </a:endParaRPr>
        </a:p>
      </dsp:txBody>
      <dsp:txXfrm>
        <a:off x="4821953" y="0"/>
        <a:ext cx="1071211" cy="602438"/>
      </dsp:txXfrm>
    </dsp:sp>
    <dsp:sp modelId="{F4F1613F-603F-FC43-A7BA-52D6712139BB}">
      <dsp:nvSpPr>
        <dsp:cNvPr id="0" name=""/>
        <dsp:cNvSpPr/>
      </dsp:nvSpPr>
      <dsp:spPr>
        <a:xfrm>
          <a:off x="6027019" y="0"/>
          <a:ext cx="1673649" cy="602438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accent1"/>
              </a:solidFill>
            </a:rPr>
            <a:t>Close</a:t>
          </a:r>
        </a:p>
      </dsp:txBody>
      <dsp:txXfrm>
        <a:off x="6328238" y="0"/>
        <a:ext cx="1071211" cy="60243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AF00F-BDA6-5442-A732-AE0783CF1E08}">
      <dsp:nvSpPr>
        <dsp:cNvPr id="0" name=""/>
        <dsp:cNvSpPr/>
      </dsp:nvSpPr>
      <dsp:spPr>
        <a:xfrm>
          <a:off x="1880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</a:rPr>
            <a:t>Confirm</a:t>
          </a:r>
        </a:p>
      </dsp:txBody>
      <dsp:txXfrm>
        <a:off x="336610" y="137807"/>
        <a:ext cx="1004190" cy="669459"/>
      </dsp:txXfrm>
    </dsp:sp>
    <dsp:sp modelId="{464382CA-52CB-EF47-8F5A-0CB3FD00098B}">
      <dsp:nvSpPr>
        <dsp:cNvPr id="0" name=""/>
        <dsp:cNvSpPr/>
      </dsp:nvSpPr>
      <dsp:spPr>
        <a:xfrm>
          <a:off x="1508165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  <a:latin typeface="Arial" panose="020B0604020202020204"/>
            </a:rPr>
            <a:t> Open</a:t>
          </a:r>
          <a:endParaRPr lang="en-US" sz="1600" kern="1200" dirty="0">
            <a:solidFill>
              <a:schemeClr val="accent1"/>
            </a:solidFill>
          </a:endParaRPr>
        </a:p>
      </dsp:txBody>
      <dsp:txXfrm>
        <a:off x="1842895" y="137807"/>
        <a:ext cx="1004190" cy="669459"/>
      </dsp:txXfrm>
    </dsp:sp>
    <dsp:sp modelId="{7C4CC9D4-B4FE-004E-8987-43FD33926934}">
      <dsp:nvSpPr>
        <dsp:cNvPr id="0" name=""/>
        <dsp:cNvSpPr/>
      </dsp:nvSpPr>
      <dsp:spPr>
        <a:xfrm>
          <a:off x="3014450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  <a:latin typeface="Arial" panose="020B0604020202020204"/>
            </a:rPr>
            <a:t> Exposure Trace</a:t>
          </a:r>
          <a:endParaRPr lang="en-US" sz="1600" kern="1200" dirty="0">
            <a:solidFill>
              <a:schemeClr val="accent1"/>
            </a:solidFill>
          </a:endParaRPr>
        </a:p>
      </dsp:txBody>
      <dsp:txXfrm>
        <a:off x="3349180" y="137807"/>
        <a:ext cx="1004190" cy="669459"/>
      </dsp:txXfrm>
    </dsp:sp>
    <dsp:sp modelId="{FD2F74A0-F60A-324E-A365-7DC2D88B9D45}">
      <dsp:nvSpPr>
        <dsp:cNvPr id="0" name=""/>
        <dsp:cNvSpPr/>
      </dsp:nvSpPr>
      <dsp:spPr>
        <a:xfrm>
          <a:off x="4520734" y="137807"/>
          <a:ext cx="1673649" cy="669459"/>
        </a:xfrm>
        <a:prstGeom prst="chevron">
          <a:avLst/>
        </a:prstGeom>
        <a:solidFill>
          <a:schemeClr val="accent1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Arial" panose="020B0604020202020204"/>
            </a:rPr>
            <a:t>Manage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4855464" y="137807"/>
        <a:ext cx="1004190" cy="669459"/>
      </dsp:txXfrm>
    </dsp:sp>
    <dsp:sp modelId="{F4F1613F-603F-FC43-A7BA-52D6712139BB}">
      <dsp:nvSpPr>
        <dsp:cNvPr id="0" name=""/>
        <dsp:cNvSpPr/>
      </dsp:nvSpPr>
      <dsp:spPr>
        <a:xfrm>
          <a:off x="6027019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</a:rPr>
            <a:t>Close</a:t>
          </a:r>
        </a:p>
      </dsp:txBody>
      <dsp:txXfrm>
        <a:off x="6361749" y="137807"/>
        <a:ext cx="1004190" cy="6694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AF00F-BDA6-5442-A732-AE0783CF1E08}">
      <dsp:nvSpPr>
        <dsp:cNvPr id="0" name=""/>
        <dsp:cNvSpPr/>
      </dsp:nvSpPr>
      <dsp:spPr>
        <a:xfrm>
          <a:off x="1880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</a:rPr>
            <a:t>Confirm</a:t>
          </a:r>
        </a:p>
      </dsp:txBody>
      <dsp:txXfrm>
        <a:off x="336610" y="137807"/>
        <a:ext cx="1004190" cy="669459"/>
      </dsp:txXfrm>
    </dsp:sp>
    <dsp:sp modelId="{464382CA-52CB-EF47-8F5A-0CB3FD00098B}">
      <dsp:nvSpPr>
        <dsp:cNvPr id="0" name=""/>
        <dsp:cNvSpPr/>
      </dsp:nvSpPr>
      <dsp:spPr>
        <a:xfrm>
          <a:off x="1508165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  <a:latin typeface="Arial" panose="020B0604020202020204"/>
            </a:rPr>
            <a:t> Open</a:t>
          </a:r>
          <a:endParaRPr lang="en-US" sz="1600" kern="1200" dirty="0">
            <a:solidFill>
              <a:schemeClr val="accent1"/>
            </a:solidFill>
          </a:endParaRPr>
        </a:p>
      </dsp:txBody>
      <dsp:txXfrm>
        <a:off x="1842895" y="137807"/>
        <a:ext cx="1004190" cy="669459"/>
      </dsp:txXfrm>
    </dsp:sp>
    <dsp:sp modelId="{7C4CC9D4-B4FE-004E-8987-43FD33926934}">
      <dsp:nvSpPr>
        <dsp:cNvPr id="0" name=""/>
        <dsp:cNvSpPr/>
      </dsp:nvSpPr>
      <dsp:spPr>
        <a:xfrm>
          <a:off x="3014450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  <a:latin typeface="Arial" panose="020B0604020202020204"/>
            </a:rPr>
            <a:t> Exposure Trace</a:t>
          </a:r>
          <a:endParaRPr lang="en-US" sz="1600" kern="1200" dirty="0">
            <a:solidFill>
              <a:schemeClr val="accent1"/>
            </a:solidFill>
          </a:endParaRPr>
        </a:p>
      </dsp:txBody>
      <dsp:txXfrm>
        <a:off x="3349180" y="137807"/>
        <a:ext cx="1004190" cy="669459"/>
      </dsp:txXfrm>
    </dsp:sp>
    <dsp:sp modelId="{FD2F74A0-F60A-324E-A365-7DC2D88B9D45}">
      <dsp:nvSpPr>
        <dsp:cNvPr id="0" name=""/>
        <dsp:cNvSpPr/>
      </dsp:nvSpPr>
      <dsp:spPr>
        <a:xfrm>
          <a:off x="4520734" y="137807"/>
          <a:ext cx="1673649" cy="669459"/>
        </a:xfrm>
        <a:prstGeom prst="chevron">
          <a:avLst/>
        </a:prstGeom>
        <a:solidFill>
          <a:schemeClr val="bg2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accent1"/>
              </a:solidFill>
              <a:latin typeface="Arial" panose="020B0604020202020204"/>
            </a:rPr>
            <a:t>Manage</a:t>
          </a:r>
          <a:endParaRPr lang="en-US" sz="1600" kern="1200" dirty="0">
            <a:solidFill>
              <a:schemeClr val="accent1"/>
            </a:solidFill>
          </a:endParaRPr>
        </a:p>
      </dsp:txBody>
      <dsp:txXfrm>
        <a:off x="4855464" y="137807"/>
        <a:ext cx="1004190" cy="669459"/>
      </dsp:txXfrm>
    </dsp:sp>
    <dsp:sp modelId="{F4F1613F-603F-FC43-A7BA-52D6712139BB}">
      <dsp:nvSpPr>
        <dsp:cNvPr id="0" name=""/>
        <dsp:cNvSpPr/>
      </dsp:nvSpPr>
      <dsp:spPr>
        <a:xfrm>
          <a:off x="6027019" y="137807"/>
          <a:ext cx="1673649" cy="669459"/>
        </a:xfrm>
        <a:prstGeom prst="chevron">
          <a:avLst/>
        </a:prstGeom>
        <a:solidFill>
          <a:schemeClr val="accent1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</a:rPr>
            <a:t>Close</a:t>
          </a:r>
        </a:p>
      </dsp:txBody>
      <dsp:txXfrm>
        <a:off x="6361749" y="137807"/>
        <a:ext cx="1004190" cy="6694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247F5-1965-448E-9951-5393B59C36DE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E05BB-C60C-4B92-8126-408E7DF4F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5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0A982-ACB4-41DE-87A6-B78C169371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06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385" y="1298448"/>
            <a:ext cx="7802061" cy="3255264"/>
          </a:xfrm>
        </p:spPr>
        <p:txBody>
          <a:bodyPr anchor="t">
            <a:normAutofit/>
          </a:bodyPr>
          <a:lstStyle>
            <a:lvl1pPr algn="l">
              <a:defRPr sz="6600" b="1" spc="-100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INSERT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25010" y="4670246"/>
            <a:ext cx="7779435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="1" cap="none" spc="0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INSERT SUB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802385" y="181697"/>
            <a:ext cx="6464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5"/>
                </a:solidFill>
              </a:rPr>
              <a:t>Healthy Albertans. Healthy Communities. Together.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167A301-1791-1F62-0907-CF43507A89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3833"/>
          <a:stretch>
            <a:fillRect/>
          </a:stretch>
        </p:blipFill>
        <p:spPr>
          <a:xfrm>
            <a:off x="7736409" y="5645208"/>
            <a:ext cx="605206" cy="94791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46E2E08-4D64-6BE7-F9A7-CF1921844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710"/>
          <a:stretch>
            <a:fillRect/>
          </a:stretch>
        </p:blipFill>
        <p:spPr>
          <a:xfrm>
            <a:off x="5294726" y="5642914"/>
            <a:ext cx="1142475" cy="9524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C4CF31D-5B6D-2B63-6B44-309773FC92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70952"/>
          <a:stretch>
            <a:fillRect/>
          </a:stretch>
        </p:blipFill>
        <p:spPr>
          <a:xfrm>
            <a:off x="3092840" y="5640323"/>
            <a:ext cx="902677" cy="95768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4E3E182-64F0-757B-BFF8-C1D69AA147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73631"/>
          <a:stretch>
            <a:fillRect/>
          </a:stretch>
        </p:blipFill>
        <p:spPr>
          <a:xfrm>
            <a:off x="802385" y="5642913"/>
            <a:ext cx="991246" cy="952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0AB60C-0D96-EF4B-6953-6A28D452D597}"/>
              </a:ext>
            </a:extLst>
          </p:cNvPr>
          <p:cNvSpPr txBox="1"/>
          <p:nvPr userDrawn="1"/>
        </p:nvSpPr>
        <p:spPr>
          <a:xfrm>
            <a:off x="7836877" y="607841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2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9689" y="1459282"/>
            <a:ext cx="8198662" cy="4525466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Bullet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3093" y="138791"/>
            <a:ext cx="8135258" cy="38372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Situation, Background, Assessment, and Recommendation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0C8B0-DB3D-4B41-9255-45343112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89" y="723161"/>
            <a:ext cx="8198662" cy="7361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892875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9689" y="723161"/>
            <a:ext cx="8198662" cy="6296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89689" y="1553460"/>
            <a:ext cx="4147884" cy="443128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Bullet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3093" y="138791"/>
            <a:ext cx="8135258" cy="38372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Slide header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240467" y="1553460"/>
            <a:ext cx="4147884" cy="443128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Bullet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124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subtext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02385" y="187772"/>
            <a:ext cx="4910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accent5"/>
                </a:solidFill>
              </a:rPr>
              <a:t>Better Health. Powered by Information.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8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253093" y="138791"/>
            <a:ext cx="8135258" cy="383721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Slide header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4411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Acc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>
          <a:xfrm>
            <a:off x="416379" y="547007"/>
            <a:ext cx="8213271" cy="583746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2203" y="2870369"/>
            <a:ext cx="7917447" cy="12142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5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Acc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/>
          <p:cNvSpPr/>
          <p:nvPr userDrawn="1"/>
        </p:nvSpPr>
        <p:spPr>
          <a:xfrm>
            <a:off x="0" y="759279"/>
            <a:ext cx="9144000" cy="52088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2203" y="2870369"/>
            <a:ext cx="7917447" cy="12142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4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Acc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8368393" y="612321"/>
            <a:ext cx="775607" cy="562519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1" y="612320"/>
            <a:ext cx="8071758" cy="56251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2203" y="2870369"/>
            <a:ext cx="7917447" cy="12142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Accent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2203" y="2870369"/>
            <a:ext cx="7917447" cy="12142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3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723161"/>
            <a:ext cx="8198662" cy="1214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689" y="1937410"/>
            <a:ext cx="8198662" cy="4047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Bullet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hape 184"/>
          <p:cNvCxnSpPr>
            <a:cxnSpLocks noChangeShapeType="1"/>
          </p:cNvCxnSpPr>
          <p:nvPr userDrawn="1"/>
        </p:nvCxnSpPr>
        <p:spPr bwMode="auto">
          <a:xfrm flipV="1">
            <a:off x="260430" y="641499"/>
            <a:ext cx="8530844" cy="14286"/>
          </a:xfrm>
          <a:prstGeom prst="straightConnector1">
            <a:avLst/>
          </a:prstGeom>
          <a:noFill/>
          <a:ln w="28575">
            <a:solidFill>
              <a:srgbClr val="00ADBB"/>
            </a:solidFill>
            <a:prstDash val="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hape 184"/>
          <p:cNvCxnSpPr>
            <a:cxnSpLocks noChangeShapeType="1"/>
          </p:cNvCxnSpPr>
          <p:nvPr userDrawn="1"/>
        </p:nvCxnSpPr>
        <p:spPr bwMode="auto">
          <a:xfrm flipV="1">
            <a:off x="260430" y="6215403"/>
            <a:ext cx="8530844" cy="14286"/>
          </a:xfrm>
          <a:prstGeom prst="straightConnector1">
            <a:avLst/>
          </a:prstGeom>
          <a:noFill/>
          <a:ln w="28575">
            <a:solidFill>
              <a:srgbClr val="00ADBB"/>
            </a:solidFill>
            <a:prstDash val="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9BB91-5DDD-4FF0-AA8B-B54FEC5F3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3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9" r:id="rId3"/>
    <p:sldLayoutId id="2147483723" r:id="rId4"/>
    <p:sldLayoutId id="2147483724" r:id="rId5"/>
    <p:sldLayoutId id="2147483725" r:id="rId6"/>
    <p:sldLayoutId id="2147483726" r:id="rId7"/>
    <p:sldLayoutId id="2147483728" r:id="rId8"/>
    <p:sldLayoutId id="214748372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3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2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Communicable%20Disease%20Outbreak%20Search%20Screen%20User%20Story%7C481059A7-022C-4202-84ED-B83732A010EF%2F%29" TargetMode="External"/><Relationship Id="rId13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Create%20Exposure%20Incident%20%28EI%5C%29%20Investigator%20User%20Story%7C53D4CA9E-65F4-44BB-833F-5E437FDFB40D%2F%29" TargetMode="Externa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Outbreak%20Notification%20Facility%20Operator%20User%20Story%7CF3FB0D72-889F-4CD9-B8C2-968D5249FD63%2F%29" TargetMode="External"/><Relationship Id="rId2" Type="http://schemas.microsoft.com/office/2018/10/relationships/comments" Target="../comments/modernComment_108_8766055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Outbreak%20Notification%20Alberta%20Government%20User%20Story%7C886755DC-5926-4D8B-AF11-442FE4EB5A6C%2F%29" TargetMode="External"/><Relationship Id="rId5" Type="http://schemas.openxmlformats.org/officeDocument/2006/relationships/diagramQuickStyle" Target="../diagrams/quickStyle4.xml"/><Relationship Id="rId10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Update%20Active%20Outbreak%20Investigation%20-%20Investigator%20User%20Story%7C8B679E88-2273-4BB5-8478-E5D08D8A6693%2F%29" TargetMode="External"/><Relationship Id="rId4" Type="http://schemas.openxmlformats.org/officeDocument/2006/relationships/diagramLayout" Target="../diagrams/layout4.xml"/><Relationship Id="rId9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Outbreak%20Assessment%20Outbreak%20Investigator%20User%20Story%7C46B3986C-23F1-4E2D-B876-22D221691738%2F%29" TargetMode="External"/><Relationship Id="rId14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PPH%20ST%20Document%20Facility%20Initial%20Outbreak%20Call%20User%20Story%7C4846861B-CE87-4556-964A-B3AAE63DE64C%2F%29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Create%20Exposure%20Incident%20%28EI%5C%29%20Investigator%20User%20Story%7C53D4CA9E-65F4-44BB-833F-5E437FDFB40D%2F%29" TargetMode="External"/><Relationship Id="rId3" Type="http://schemas.openxmlformats.org/officeDocument/2006/relationships/diagramLayout" Target="../diagrams/layout5.xml"/><Relationship Id="rId7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Open%20Outbreak%20Investigator%20User%20Story%7C1540775C-097A-4890-AAAF-4A115C6ADAC4%2F%29" TargetMode="Externa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Submit%20Facility%20Outbreak%20Summary%20Report%20%E2%80%93%20Facility%20Operator%20User%20Story%7C26180F80-362D-4038-9859-95A3DE0AA490%2F%29" TargetMode="External"/><Relationship Id="rId3" Type="http://schemas.openxmlformats.org/officeDocument/2006/relationships/diagramLayout" Target="../diagrams/layout6.xml"/><Relationship Id="rId7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Submit%20Daily%20Line%20List%20Outbreak%20Updates%20to%20PH%20-%20Facility%7CADBB85EC-B037-4CDF-B904-7A3BDC349E6D%2F%29" TargetMode="Externa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10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Uniquely%20Identify%20Individuals%20in%20Outbreak%20-%20Outbreak%20Investigator%20User%20Story%7CE471A947-67AB-416A-B9FC-D37DC0D1824C%2F%29" TargetMode="External"/><Relationship Id="rId4" Type="http://schemas.openxmlformats.org/officeDocument/2006/relationships/diagramQuickStyle" Target="../diagrams/quickStyle6.xml"/><Relationship Id="rId9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Create%20Ad%20hoc%20and%20templated%20Outbreak%20Questionnaires%20%E2%80%93%20Outbreak%20Investigator%7C28261DCF-9148-4780-8A69-CB8CCD7065BF%2F%29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Create%20Ad%20hoc%20and%20templated%20Outbreak%20Questionnaires%20%E2%80%93%20Outbreak%20Investigator%7C28261DCF-9148-4780-8A69-CB8CCD7065BF%2F%29" TargetMode="External"/><Relationship Id="rId3" Type="http://schemas.openxmlformats.org/officeDocument/2006/relationships/diagramLayout" Target="../diagrams/layout7.xml"/><Relationship Id="rId7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Assign%20Outbreak%20Resources%20-%20Manager%20User%20Story%7C15F95845-6433-4FCE-B604-FEC23A5B1D63%2F%29" TargetMode="Externa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Close%20Outbreak%20Investigation%20%E2%80%93%20Investigator%20User%20Story.%7CD2860E27-C902-4D84-96D7-31F861B0E9BD%2F%29" TargetMode="External"/><Relationship Id="rId3" Type="http://schemas.openxmlformats.org/officeDocument/2006/relationships/diagramLayout" Target="../diagrams/layout8.xml"/><Relationship Id="rId7" Type="http://schemas.openxmlformats.org/officeDocument/2006/relationships/hyperlink" Target="https://albertahealthservices.sharepoint.com/teams/M365TCCNotifiableDiseaseProjects/_layouts/OneNote.aspx?id=%2Fteams%2FM365TCCNotifiableDiseaseProjects%2FSiteAssets%2FM365T%20-%20CC%20Notifiable%20Disease%20Projects%20Notebook&amp;wd=target%28Outbreak%20User%20Stories.one%7CF3C23B00-9BF9-4DA9-8814-750ACB6A524F%2FOutbreak%20Notification%20Alberta%20Government%20User%20Story%7C886755DC-5926-4D8B-AF11-442FE4EB5A6C%2F%29" TargetMode="Externa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2"/>
                </a:solidFill>
              </a:rPr>
              <a:t>C</a:t>
            </a:r>
            <a:r>
              <a:rPr lang="en-US" sz="3200" b="0" dirty="0">
                <a:solidFill>
                  <a:schemeClr val="accent2"/>
                </a:solidFill>
              </a:rPr>
              <a:t>ommunicable </a:t>
            </a:r>
            <a:br>
              <a:rPr lang="en-US" sz="32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D</a:t>
            </a:r>
            <a:r>
              <a:rPr lang="en-US" sz="3200" b="0" dirty="0">
                <a:solidFill>
                  <a:schemeClr val="accent2"/>
                </a:solidFill>
              </a:rPr>
              <a:t>isease </a:t>
            </a:r>
            <a:br>
              <a:rPr lang="en-US" sz="32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S</a:t>
            </a:r>
            <a:r>
              <a:rPr lang="en-US" sz="3200" b="0" dirty="0">
                <a:solidFill>
                  <a:schemeClr val="accent2"/>
                </a:solidFill>
              </a:rPr>
              <a:t>olution </a:t>
            </a:r>
            <a:br>
              <a:rPr lang="en-US" sz="32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D</a:t>
            </a:r>
            <a:r>
              <a:rPr lang="en-US" sz="3200" b="0" dirty="0">
                <a:solidFill>
                  <a:schemeClr val="accent2"/>
                </a:solidFill>
              </a:rPr>
              <a:t>esign</a:t>
            </a:r>
            <a:br>
              <a:rPr lang="en-US" sz="4000" dirty="0">
                <a:solidFill>
                  <a:schemeClr val="accent2"/>
                </a:solidFill>
              </a:rPr>
            </a:br>
            <a:br>
              <a:rPr lang="en-US" sz="4000" dirty="0">
                <a:solidFill>
                  <a:schemeClr val="accent2"/>
                </a:solidFill>
              </a:rPr>
            </a:br>
            <a:r>
              <a:rPr lang="en-US" sz="3100" dirty="0">
                <a:solidFill>
                  <a:schemeClr val="accent2"/>
                </a:solidFill>
              </a:rPr>
              <a:t>Outbreak Value Stream</a:t>
            </a:r>
            <a:endParaRPr lang="en-US" sz="3200" b="0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Value Stage User Story Process Model</a:t>
            </a:r>
          </a:p>
        </p:txBody>
      </p:sp>
    </p:spTree>
    <p:extLst>
      <p:ext uri="{BB962C8B-B14F-4D97-AF65-F5344CB8AC3E}">
        <p14:creationId xmlns:p14="http://schemas.microsoft.com/office/powerpoint/2010/main" val="2071440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3FA1A-AE48-479F-1956-61EDDD70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CB72-3415-6D59-7ACD-DF0A484B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94" y="723161"/>
            <a:ext cx="8538070" cy="602437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Communicable Disease Value Stream Network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8BFB2BC-99AD-30AB-671C-8DB1C40373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3300" y="3429000"/>
          <a:ext cx="7702550" cy="7595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A44F3-B46E-11EC-2879-8D8FCD4B9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Communicable Disease Solution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25F25-7BFB-DC6C-C3BA-75D17F4688B2}"/>
              </a:ext>
            </a:extLst>
          </p:cNvPr>
          <p:cNvSpPr txBox="1"/>
          <p:nvPr/>
        </p:nvSpPr>
        <p:spPr>
          <a:xfrm>
            <a:off x="758150" y="2975870"/>
            <a:ext cx="762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Communicable Disease Episode Value Stream</a:t>
            </a:r>
            <a:endParaRPr lang="en-CA" b="1"/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07AE46F7-4823-45B0-A4DA-75DCA079A1AD}"/>
              </a:ext>
            </a:extLst>
          </p:cNvPr>
          <p:cNvGraphicFramePr>
            <a:graphicFrameLocks/>
          </p:cNvGraphicFramePr>
          <p:nvPr/>
        </p:nvGraphicFramePr>
        <p:xfrm>
          <a:off x="683300" y="4808755"/>
          <a:ext cx="7702550" cy="945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E42C6AC-0A83-8A3D-EC49-D96B8B511AA3}"/>
              </a:ext>
            </a:extLst>
          </p:cNvPr>
          <p:cNvSpPr txBox="1"/>
          <p:nvPr/>
        </p:nvSpPr>
        <p:spPr>
          <a:xfrm>
            <a:off x="683300" y="4490937"/>
            <a:ext cx="770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Communicable Disease Treatment Value Stream</a:t>
            </a:r>
            <a:endParaRPr lang="en-CA" b="1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4F4BAA-688D-6889-F4E0-EC75297ABB36}"/>
              </a:ext>
            </a:extLst>
          </p:cNvPr>
          <p:cNvGrpSpPr/>
          <p:nvPr/>
        </p:nvGrpSpPr>
        <p:grpSpPr>
          <a:xfrm>
            <a:off x="683300" y="1450864"/>
            <a:ext cx="7702550" cy="1262892"/>
            <a:chOff x="683300" y="1208429"/>
            <a:chExt cx="7702550" cy="1262892"/>
          </a:xfrm>
        </p:grpSpPr>
        <p:graphicFrame>
          <p:nvGraphicFramePr>
            <p:cNvPr id="16" name="Content Placeholder 5">
              <a:extLst>
                <a:ext uri="{FF2B5EF4-FFF2-40B4-BE49-F238E27FC236}">
                  <a16:creationId xmlns:a16="http://schemas.microsoft.com/office/drawing/2014/main" id="{81997CFE-C524-9146-1EE3-66FAA26D32E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683300" y="1526247"/>
            <a:ext cx="7702550" cy="94507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BE8E89B-526B-3835-DC20-97B903EC99E2}"/>
                </a:ext>
              </a:extLst>
            </p:cNvPr>
            <p:cNvSpPr txBox="1"/>
            <p:nvPr/>
          </p:nvSpPr>
          <p:spPr>
            <a:xfrm>
              <a:off x="683300" y="1208429"/>
              <a:ext cx="770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/>
                <a:t>Outbreak Value Stream</a:t>
              </a:r>
              <a:endParaRPr lang="en-CA" b="1"/>
            </a:p>
          </p:txBody>
        </p:sp>
      </p:grpSp>
    </p:spTree>
    <p:extLst>
      <p:ext uri="{BB962C8B-B14F-4D97-AF65-F5344CB8AC3E}">
        <p14:creationId xmlns:p14="http://schemas.microsoft.com/office/powerpoint/2010/main" val="361364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4850-27CB-9457-34C3-1B8C35EA2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26E9FE7-9DF6-A8B3-A6DA-A46440E375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>
                <a:cs typeface="Arial"/>
              </a:rPr>
              <a:t>Communicable Disease Solution Project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C7EA3-D0EF-3012-95B1-1D873F7D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Target State Communicable Disease Solution (CDS) Architecture</a:t>
            </a:r>
          </a:p>
        </p:txBody>
      </p:sp>
      <p:pic>
        <p:nvPicPr>
          <p:cNvPr id="1026" name="Picture 2" descr="Communicable Disease Solution Concept Model">
            <a:extLst>
              <a:ext uri="{FF2B5EF4-FFF2-40B4-BE49-F238E27FC236}">
                <a16:creationId xmlns:a16="http://schemas.microsoft.com/office/drawing/2014/main" id="{3E764208-0FDB-578E-5E4E-7361E9C183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5" t="8237" b="17306"/>
          <a:stretch>
            <a:fillRect/>
          </a:stretch>
        </p:blipFill>
        <p:spPr bwMode="auto">
          <a:xfrm>
            <a:off x="253093" y="1717577"/>
            <a:ext cx="8778293" cy="372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365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94" y="723161"/>
            <a:ext cx="8158557" cy="602437"/>
          </a:xfrm>
        </p:spPr>
        <p:txBody>
          <a:bodyPr/>
          <a:lstStyle/>
          <a:p>
            <a:r>
              <a:rPr lang="en-US" dirty="0"/>
              <a:t>Confirm Outbreak Stage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96D4320-AA9F-BE4F-0C8D-23AD4FCFB7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5376725"/>
              </p:ext>
            </p:extLst>
          </p:nvPr>
        </p:nvGraphicFramePr>
        <p:xfrm>
          <a:off x="719350" y="1238703"/>
          <a:ext cx="7702550" cy="945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Communicable Disease Solution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39BB91-5DDD-4FF0-AA8B-B54FEC5F3DC9}" type="slidenum">
              <a:rPr lang="en-US" smtClean="0"/>
              <a:t>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443EB-BA48-10B7-AFCC-D98605362D9D}"/>
              </a:ext>
            </a:extLst>
          </p:cNvPr>
          <p:cNvSpPr/>
          <p:nvPr/>
        </p:nvSpPr>
        <p:spPr>
          <a:xfrm rot="16200000">
            <a:off x="4055050" y="-1263664"/>
            <a:ext cx="1030416" cy="863907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solidFill>
                  <a:schemeClr val="accent1"/>
                </a:solidFill>
              </a:rPr>
              <a:t>Investigator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37A1DC-2501-721A-5E1D-E7E39C21357B}"/>
              </a:ext>
            </a:extLst>
          </p:cNvPr>
          <p:cNvSpPr/>
          <p:nvPr/>
        </p:nvSpPr>
        <p:spPr>
          <a:xfrm rot="16200000">
            <a:off x="4055050" y="-233248"/>
            <a:ext cx="1030416" cy="863907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 dirty="0">
                <a:solidFill>
                  <a:srgbClr val="7030A0"/>
                </a:solidFill>
                <a:cs typeface="Arial"/>
              </a:rPr>
              <a:t>Regulatory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75A323-2974-A460-EE9B-8E6410F7938D}"/>
              </a:ext>
            </a:extLst>
          </p:cNvPr>
          <p:cNvSpPr/>
          <p:nvPr/>
        </p:nvSpPr>
        <p:spPr>
          <a:xfrm rot="16200000">
            <a:off x="4047905" y="1825087"/>
            <a:ext cx="1030416" cy="8639073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>
                <a:solidFill>
                  <a:srgbClr val="FFC000"/>
                </a:solidFill>
              </a:rPr>
              <a:t>Facility Operator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1D2553-A8B8-B0F1-DEB8-8F5038990EBF}"/>
              </a:ext>
            </a:extLst>
          </p:cNvPr>
          <p:cNvSpPr/>
          <p:nvPr/>
        </p:nvSpPr>
        <p:spPr>
          <a:xfrm rot="16200000">
            <a:off x="4047905" y="798885"/>
            <a:ext cx="1030416" cy="863907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cs typeface="Arial"/>
              </a:rPr>
              <a:t>PPHST</a:t>
            </a:r>
          </a:p>
        </p:txBody>
      </p:sp>
      <p:sp>
        <p:nvSpPr>
          <p:cNvPr id="12" name="Rectangle 11">
            <a:hlinkClick r:id="rId8"/>
            <a:extLst>
              <a:ext uri="{FF2B5EF4-FFF2-40B4-BE49-F238E27FC236}">
                <a16:creationId xmlns:a16="http://schemas.microsoft.com/office/drawing/2014/main" id="{4563C661-9065-E8DC-7663-FC86882B7E55}"/>
              </a:ext>
            </a:extLst>
          </p:cNvPr>
          <p:cNvSpPr/>
          <p:nvPr/>
        </p:nvSpPr>
        <p:spPr>
          <a:xfrm>
            <a:off x="722013" y="2598672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Search Active/ Inactive Outbreaks</a:t>
            </a:r>
          </a:p>
        </p:txBody>
      </p:sp>
      <p:sp>
        <p:nvSpPr>
          <p:cNvPr id="13" name="Rectangle 12">
            <a:hlinkClick r:id="rId9"/>
            <a:extLst>
              <a:ext uri="{FF2B5EF4-FFF2-40B4-BE49-F238E27FC236}">
                <a16:creationId xmlns:a16="http://schemas.microsoft.com/office/drawing/2014/main" id="{7C95478A-FFB1-50D8-D594-D52C855087EC}"/>
              </a:ext>
            </a:extLst>
          </p:cNvPr>
          <p:cNvSpPr/>
          <p:nvPr/>
        </p:nvSpPr>
        <p:spPr>
          <a:xfrm>
            <a:off x="4146792" y="2584775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Assess Outbreak</a:t>
            </a:r>
          </a:p>
        </p:txBody>
      </p:sp>
      <p:sp>
        <p:nvSpPr>
          <p:cNvPr id="14" name="Rectangle 13">
            <a:hlinkClick r:id="rId10"/>
            <a:extLst>
              <a:ext uri="{FF2B5EF4-FFF2-40B4-BE49-F238E27FC236}">
                <a16:creationId xmlns:a16="http://schemas.microsoft.com/office/drawing/2014/main" id="{04714656-69D9-A9F4-5E7E-63F19C4BE9AF}"/>
              </a:ext>
            </a:extLst>
          </p:cNvPr>
          <p:cNvSpPr/>
          <p:nvPr/>
        </p:nvSpPr>
        <p:spPr>
          <a:xfrm>
            <a:off x="5771997" y="2598672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 Outbreak</a:t>
            </a:r>
          </a:p>
          <a:p>
            <a:pPr algn="ctr"/>
            <a:r>
              <a:rPr lang="en-US"/>
              <a:t>Status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29B78EAF-8809-E407-0BD0-6080D14B35C3}"/>
              </a:ext>
            </a:extLst>
          </p:cNvPr>
          <p:cNvSpPr/>
          <p:nvPr/>
        </p:nvSpPr>
        <p:spPr>
          <a:xfrm>
            <a:off x="7407793" y="2577828"/>
            <a:ext cx="1341689" cy="935702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err="1"/>
              <a:t>Notifi</a:t>
            </a:r>
            <a:r>
              <a:rPr lang="en-US" sz="1200"/>
              <a:t>-able?</a:t>
            </a:r>
            <a:endParaRPr lang="en-US"/>
          </a:p>
        </p:txBody>
      </p:sp>
      <p:sp>
        <p:nvSpPr>
          <p:cNvPr id="33" name="Rectangle 32">
            <a:hlinkClick r:id="rId11"/>
            <a:extLst>
              <a:ext uri="{FF2B5EF4-FFF2-40B4-BE49-F238E27FC236}">
                <a16:creationId xmlns:a16="http://schemas.microsoft.com/office/drawing/2014/main" id="{5064FA9C-4914-C941-E465-E99B3B17F8EB}"/>
              </a:ext>
            </a:extLst>
          </p:cNvPr>
          <p:cNvSpPr/>
          <p:nvPr/>
        </p:nvSpPr>
        <p:spPr>
          <a:xfrm>
            <a:off x="7409629" y="3628040"/>
            <a:ext cx="1342103" cy="914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AORF Outbreak Notification</a:t>
            </a:r>
          </a:p>
        </p:txBody>
      </p:sp>
      <p:sp>
        <p:nvSpPr>
          <p:cNvPr id="108" name="Rectangle 107">
            <a:hlinkClick r:id="rId12"/>
            <a:extLst>
              <a:ext uri="{FF2B5EF4-FFF2-40B4-BE49-F238E27FC236}">
                <a16:creationId xmlns:a16="http://schemas.microsoft.com/office/drawing/2014/main" id="{BD702F22-EE0B-3DD9-C547-47E3A0382A1F}"/>
              </a:ext>
            </a:extLst>
          </p:cNvPr>
          <p:cNvSpPr/>
          <p:nvPr/>
        </p:nvSpPr>
        <p:spPr>
          <a:xfrm>
            <a:off x="743642" y="5720028"/>
            <a:ext cx="1342103" cy="85010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Outbreak Notification</a:t>
            </a:r>
          </a:p>
        </p:txBody>
      </p:sp>
      <p:sp>
        <p:nvSpPr>
          <p:cNvPr id="177" name="Rectangle 176">
            <a:hlinkClick r:id="rId13"/>
            <a:extLst>
              <a:ext uri="{FF2B5EF4-FFF2-40B4-BE49-F238E27FC236}">
                <a16:creationId xmlns:a16="http://schemas.microsoft.com/office/drawing/2014/main" id="{5CB3569F-7FE0-4B3A-FD3A-E772ADCB1DEE}"/>
              </a:ext>
            </a:extLst>
          </p:cNvPr>
          <p:cNvSpPr/>
          <p:nvPr/>
        </p:nvSpPr>
        <p:spPr>
          <a:xfrm>
            <a:off x="2389973" y="2591225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cs typeface="Arial"/>
              </a:rPr>
              <a:t>Create </a:t>
            </a:r>
            <a:endParaRPr lang="en-US" sz="1400" dirty="0"/>
          </a:p>
          <a:p>
            <a:pPr algn="ctr"/>
            <a:r>
              <a:rPr lang="en-US" sz="1400" dirty="0">
                <a:cs typeface="Arial"/>
              </a:rPr>
              <a:t>Outbreak and EI # if needed</a:t>
            </a:r>
            <a:endParaRPr lang="en-US" sz="1400" dirty="0"/>
          </a:p>
        </p:txBody>
      </p:sp>
      <p:sp>
        <p:nvSpPr>
          <p:cNvPr id="181" name="Rectangle 180">
            <a:hlinkClick r:id="rId11"/>
            <a:extLst>
              <a:ext uri="{FF2B5EF4-FFF2-40B4-BE49-F238E27FC236}">
                <a16:creationId xmlns:a16="http://schemas.microsoft.com/office/drawing/2014/main" id="{A6938BBF-6E25-95F0-59B1-86367ECDD733}"/>
              </a:ext>
            </a:extLst>
          </p:cNvPr>
          <p:cNvSpPr/>
          <p:nvPr/>
        </p:nvSpPr>
        <p:spPr>
          <a:xfrm>
            <a:off x="2390853" y="3628039"/>
            <a:ext cx="1342103" cy="914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Initial Outbreak Notification</a:t>
            </a:r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7E8A7C00-27EA-CF33-2BE0-8D772667380F}"/>
              </a:ext>
            </a:extLst>
          </p:cNvPr>
          <p:cNvCxnSpPr/>
          <p:nvPr/>
        </p:nvCxnSpPr>
        <p:spPr>
          <a:xfrm flipH="1" flipV="1">
            <a:off x="1390231" y="5550014"/>
            <a:ext cx="38124" cy="2075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hlinkClick r:id="rId14"/>
            <a:extLst>
              <a:ext uri="{FF2B5EF4-FFF2-40B4-BE49-F238E27FC236}">
                <a16:creationId xmlns:a16="http://schemas.microsoft.com/office/drawing/2014/main" id="{B369BD30-43BE-1AAE-3E19-EBDB53A3EB9F}"/>
              </a:ext>
            </a:extLst>
          </p:cNvPr>
          <p:cNvSpPr/>
          <p:nvPr/>
        </p:nvSpPr>
        <p:spPr>
          <a:xfrm>
            <a:off x="722013" y="4663216"/>
            <a:ext cx="1342103" cy="9144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Record Outbreak Call</a:t>
            </a:r>
            <a:endParaRPr lang="en-US" dirty="0">
              <a:cs typeface="Arial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41AF732-DD9A-D3B0-4184-5257DEDFD979}"/>
              </a:ext>
            </a:extLst>
          </p:cNvPr>
          <p:cNvCxnSpPr>
            <a:cxnSpLocks/>
          </p:cNvCxnSpPr>
          <p:nvPr/>
        </p:nvCxnSpPr>
        <p:spPr>
          <a:xfrm flipV="1">
            <a:off x="1415960" y="3464671"/>
            <a:ext cx="6636" cy="1257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31C9AD8-EB5A-81BD-6EA8-1245793F5CC1}"/>
              </a:ext>
            </a:extLst>
          </p:cNvPr>
          <p:cNvSpPr/>
          <p:nvPr/>
        </p:nvSpPr>
        <p:spPr>
          <a:xfrm>
            <a:off x="9338965" y="5604502"/>
            <a:ext cx="1729787" cy="110155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Key contact + MOH Outbreak Notification</a:t>
            </a:r>
          </a:p>
        </p:txBody>
      </p:sp>
    </p:spTree>
    <p:extLst>
      <p:ext uri="{BB962C8B-B14F-4D97-AF65-F5344CB8AC3E}">
        <p14:creationId xmlns:p14="http://schemas.microsoft.com/office/powerpoint/2010/main" val="22716102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DD19-1845-54FE-769C-DCC7878E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0AFF-C46E-41A0-C35F-1F902B71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94" y="723161"/>
            <a:ext cx="8158557" cy="602437"/>
          </a:xfrm>
        </p:spPr>
        <p:txBody>
          <a:bodyPr/>
          <a:lstStyle/>
          <a:p>
            <a:r>
              <a:rPr lang="en-US" dirty="0"/>
              <a:t>Open Outbreak Stage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31E0323-C131-9576-6AD6-D32F54D0B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5360300"/>
              </p:ext>
            </p:extLst>
          </p:nvPr>
        </p:nvGraphicFramePr>
        <p:xfrm>
          <a:off x="719350" y="1238703"/>
          <a:ext cx="7702550" cy="945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CE865-2D67-3208-3D18-596B9C9FA7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Communicable Disease Solution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CDE121-9537-8241-6CA4-3EC987160F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39BB91-5DDD-4FF0-AA8B-B54FEC5F3DC9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7AF780-876E-214F-6A7E-9A9212B55CCB}"/>
              </a:ext>
            </a:extLst>
          </p:cNvPr>
          <p:cNvSpPr/>
          <p:nvPr/>
        </p:nvSpPr>
        <p:spPr>
          <a:xfrm rot="16200000">
            <a:off x="4055050" y="-1263664"/>
            <a:ext cx="1030416" cy="863907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solidFill>
                  <a:schemeClr val="accent1"/>
                </a:solidFill>
              </a:rPr>
              <a:t>Investigator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6C2865-2935-C268-DC15-E43C9467C3FC}"/>
              </a:ext>
            </a:extLst>
          </p:cNvPr>
          <p:cNvSpPr/>
          <p:nvPr/>
        </p:nvSpPr>
        <p:spPr>
          <a:xfrm rot="16200000">
            <a:off x="4055050" y="-233248"/>
            <a:ext cx="1030416" cy="863907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 dirty="0">
                <a:solidFill>
                  <a:srgbClr val="7030A0"/>
                </a:solidFill>
                <a:cs typeface="Arial"/>
              </a:rPr>
              <a:t>Regulatory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DB1C00-0FBF-1DCB-BB3C-ACFF39C02EE5}"/>
              </a:ext>
            </a:extLst>
          </p:cNvPr>
          <p:cNvSpPr/>
          <p:nvPr/>
        </p:nvSpPr>
        <p:spPr>
          <a:xfrm rot="16200000">
            <a:off x="4055049" y="799180"/>
            <a:ext cx="1030416" cy="8639073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CDC/SHE 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58FDB-569F-3B89-C2BC-1F598DA872A2}"/>
              </a:ext>
            </a:extLst>
          </p:cNvPr>
          <p:cNvSpPr/>
          <p:nvPr/>
        </p:nvSpPr>
        <p:spPr>
          <a:xfrm rot="16200000">
            <a:off x="4055049" y="1827585"/>
            <a:ext cx="1030416" cy="863907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Medical Officer of Health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hlinkClick r:id="rId7"/>
            <a:extLst>
              <a:ext uri="{FF2B5EF4-FFF2-40B4-BE49-F238E27FC236}">
                <a16:creationId xmlns:a16="http://schemas.microsoft.com/office/drawing/2014/main" id="{4B2AADEB-2752-B8D1-10E1-EE37EBA0B92D}"/>
              </a:ext>
            </a:extLst>
          </p:cNvPr>
          <p:cNvSpPr/>
          <p:nvPr/>
        </p:nvSpPr>
        <p:spPr>
          <a:xfrm>
            <a:off x="780378" y="2598672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Update  Outbreak Status to Active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9D5359-0BDC-4840-99D7-E68B79F9453E}"/>
              </a:ext>
            </a:extLst>
          </p:cNvPr>
          <p:cNvSpPr/>
          <p:nvPr/>
        </p:nvSpPr>
        <p:spPr>
          <a:xfrm>
            <a:off x="6911382" y="3628083"/>
            <a:ext cx="1342103" cy="914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Receive updated AORF</a:t>
            </a:r>
          </a:p>
        </p:txBody>
      </p:sp>
      <p:sp>
        <p:nvSpPr>
          <p:cNvPr id="177" name="Rectangle 176">
            <a:hlinkClick r:id="rId8"/>
            <a:extLst>
              <a:ext uri="{FF2B5EF4-FFF2-40B4-BE49-F238E27FC236}">
                <a16:creationId xmlns:a16="http://schemas.microsoft.com/office/drawing/2014/main" id="{B55986F4-72E8-6CAF-E0A9-03D073886E3E}"/>
              </a:ext>
            </a:extLst>
          </p:cNvPr>
          <p:cNvSpPr/>
          <p:nvPr/>
        </p:nvSpPr>
        <p:spPr>
          <a:xfrm>
            <a:off x="5392567" y="2598672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cs typeface="Arial"/>
              </a:rPr>
              <a:t>Create </a:t>
            </a:r>
            <a:endParaRPr lang="en-US" sz="1400" dirty="0"/>
          </a:p>
          <a:p>
            <a:pPr algn="ctr"/>
            <a:r>
              <a:rPr lang="en-US" sz="1400" dirty="0">
                <a:cs typeface="Arial"/>
              </a:rPr>
              <a:t>EI # if needed</a:t>
            </a:r>
            <a:endParaRPr 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4575FB-C52E-5C7D-55C4-A0DCC75AB2AF}"/>
              </a:ext>
            </a:extLst>
          </p:cNvPr>
          <p:cNvSpPr/>
          <p:nvPr/>
        </p:nvSpPr>
        <p:spPr>
          <a:xfrm>
            <a:off x="2317987" y="2598672"/>
            <a:ext cx="1342103" cy="91440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Update initial CD Episodes with Outbreak ID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9035C709-E578-CFF9-07B0-DA9F4B9B37BE}"/>
              </a:ext>
            </a:extLst>
          </p:cNvPr>
          <p:cNvSpPr/>
          <p:nvPr/>
        </p:nvSpPr>
        <p:spPr>
          <a:xfrm>
            <a:off x="3729575" y="2588021"/>
            <a:ext cx="1341689" cy="935702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/>
              <a:t>Existing EI#?</a:t>
            </a:r>
            <a:endParaRPr lang="en-US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8E0C56-0E12-7851-063E-A1C01074D0F7}"/>
              </a:ext>
            </a:extLst>
          </p:cNvPr>
          <p:cNvCxnSpPr>
            <a:cxnSpLocks/>
          </p:cNvCxnSpPr>
          <p:nvPr/>
        </p:nvCxnSpPr>
        <p:spPr>
          <a:xfrm>
            <a:off x="5071264" y="3051030"/>
            <a:ext cx="32130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A5FD2-12F6-2186-4DC2-C00569B2EA61}"/>
              </a:ext>
            </a:extLst>
          </p:cNvPr>
          <p:cNvSpPr/>
          <p:nvPr/>
        </p:nvSpPr>
        <p:spPr>
          <a:xfrm>
            <a:off x="6876640" y="4649561"/>
            <a:ext cx="1342103" cy="914400"/>
          </a:xfrm>
          <a:prstGeom prst="rec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cs typeface="Arial"/>
              </a:rPr>
              <a:t>Assign initial resources to Outbreak</a:t>
            </a:r>
            <a:endParaRPr lang="en-US" sz="1400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F8E5855-242D-15D3-C6B6-29B13797410E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4847011" y="3077132"/>
            <a:ext cx="1583038" cy="2476220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9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5CE5-0D7B-BE2B-496C-2D57990FE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0BD97-06B3-F392-78A2-8E9DC4EFE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94" y="723161"/>
            <a:ext cx="8158557" cy="602437"/>
          </a:xfrm>
        </p:spPr>
        <p:txBody>
          <a:bodyPr/>
          <a:lstStyle/>
          <a:p>
            <a:r>
              <a:rPr lang="en-US" dirty="0"/>
              <a:t>Exposure Trace Outbreak Stage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19E02A-F50D-43EF-D6B2-89B103C36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4070296"/>
              </p:ext>
            </p:extLst>
          </p:nvPr>
        </p:nvGraphicFramePr>
        <p:xfrm>
          <a:off x="719350" y="1238704"/>
          <a:ext cx="7702550" cy="602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D1572-B960-A81B-0855-1B70CD266B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Communicable Disease Solution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84CBC-498D-5573-16A5-E6C2125D4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39BB91-5DDD-4FF0-AA8B-B54FEC5F3DC9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08B405-1775-22E4-1362-06A8D8AEEE44}"/>
              </a:ext>
            </a:extLst>
          </p:cNvPr>
          <p:cNvSpPr/>
          <p:nvPr/>
        </p:nvSpPr>
        <p:spPr>
          <a:xfrm rot="16200000">
            <a:off x="4106367" y="-904446"/>
            <a:ext cx="927782" cy="863907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>
                <a:solidFill>
                  <a:schemeClr val="accent1"/>
                </a:solidFill>
              </a:rPr>
              <a:t>Investigator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18D875-8C8B-027F-4407-27A1592A8364}"/>
              </a:ext>
            </a:extLst>
          </p:cNvPr>
          <p:cNvSpPr/>
          <p:nvPr/>
        </p:nvSpPr>
        <p:spPr>
          <a:xfrm rot="16200000">
            <a:off x="4106367" y="23336"/>
            <a:ext cx="927782" cy="863907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100" dirty="0">
                <a:solidFill>
                  <a:srgbClr val="7030A0"/>
                </a:solidFill>
                <a:cs typeface="Arial"/>
              </a:rPr>
              <a:t>Regulatory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046ECB-A254-1A62-6464-C7CADECB56A2}"/>
              </a:ext>
            </a:extLst>
          </p:cNvPr>
          <p:cNvSpPr/>
          <p:nvPr/>
        </p:nvSpPr>
        <p:spPr>
          <a:xfrm rot="16200000">
            <a:off x="4106366" y="952930"/>
            <a:ext cx="927782" cy="8639073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100">
                <a:solidFill>
                  <a:srgbClr val="FFC000"/>
                </a:solidFill>
              </a:rPr>
              <a:t>Facility Operator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3B8E0-721F-1237-E736-CC29F9CC4401}"/>
              </a:ext>
            </a:extLst>
          </p:cNvPr>
          <p:cNvSpPr/>
          <p:nvPr/>
        </p:nvSpPr>
        <p:spPr>
          <a:xfrm rot="16200000">
            <a:off x="4106366" y="1878902"/>
            <a:ext cx="927782" cy="863907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Epidemiologist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F9DC78-108F-3FE8-D088-92F26BB74145}"/>
              </a:ext>
            </a:extLst>
          </p:cNvPr>
          <p:cNvSpPr/>
          <p:nvPr/>
        </p:nvSpPr>
        <p:spPr>
          <a:xfrm>
            <a:off x="1102110" y="3003429"/>
            <a:ext cx="1342103" cy="823322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Create/Update non-facility Line List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55B7BD-F3CF-E543-1101-4F39936276E4}"/>
              </a:ext>
            </a:extLst>
          </p:cNvPr>
          <p:cNvSpPr/>
          <p:nvPr/>
        </p:nvSpPr>
        <p:spPr>
          <a:xfrm>
            <a:off x="7409629" y="3930268"/>
            <a:ext cx="1342103" cy="82332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Partner </a:t>
            </a:r>
          </a:p>
          <a:p>
            <a:pPr algn="ctr"/>
            <a:r>
              <a:rPr lang="en-US" sz="1200" dirty="0"/>
              <a:t>Reporting</a:t>
            </a:r>
          </a:p>
        </p:txBody>
      </p:sp>
      <p:sp>
        <p:nvSpPr>
          <p:cNvPr id="14" name="Rectangle 13">
            <a:hlinkClick r:id="rId7"/>
            <a:extLst>
              <a:ext uri="{FF2B5EF4-FFF2-40B4-BE49-F238E27FC236}">
                <a16:creationId xmlns:a16="http://schemas.microsoft.com/office/drawing/2014/main" id="{F954E44C-E032-A558-6C5E-992CDA4347B9}"/>
              </a:ext>
            </a:extLst>
          </p:cNvPr>
          <p:cNvSpPr/>
          <p:nvPr/>
        </p:nvSpPr>
        <p:spPr>
          <a:xfrm>
            <a:off x="1104634" y="4889750"/>
            <a:ext cx="1342103" cy="765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Create/ Upload Line List</a:t>
            </a:r>
          </a:p>
        </p:txBody>
      </p:sp>
      <p:sp>
        <p:nvSpPr>
          <p:cNvPr id="15" name="Rectangle 14">
            <a:hlinkClick r:id="rId8"/>
            <a:extLst>
              <a:ext uri="{FF2B5EF4-FFF2-40B4-BE49-F238E27FC236}">
                <a16:creationId xmlns:a16="http://schemas.microsoft.com/office/drawing/2014/main" id="{2A03FDD3-1A31-3E7D-CCB9-8202D0F0C043}"/>
              </a:ext>
            </a:extLst>
          </p:cNvPr>
          <p:cNvSpPr/>
          <p:nvPr/>
        </p:nvSpPr>
        <p:spPr>
          <a:xfrm>
            <a:off x="2618906" y="4886129"/>
            <a:ext cx="1342103" cy="7654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Report Aggregate Facility Stats</a:t>
            </a:r>
          </a:p>
        </p:txBody>
      </p:sp>
      <p:sp>
        <p:nvSpPr>
          <p:cNvPr id="18" name="Rectangle 17">
            <a:hlinkClick r:id="rId9"/>
            <a:extLst>
              <a:ext uri="{FF2B5EF4-FFF2-40B4-BE49-F238E27FC236}">
                <a16:creationId xmlns:a16="http://schemas.microsoft.com/office/drawing/2014/main" id="{5A2AF597-DE6B-14F1-84C2-2BA5B45BDA71}"/>
              </a:ext>
            </a:extLst>
          </p:cNvPr>
          <p:cNvSpPr/>
          <p:nvPr/>
        </p:nvSpPr>
        <p:spPr>
          <a:xfrm>
            <a:off x="5549357" y="5789828"/>
            <a:ext cx="1342103" cy="8233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cs typeface="Arial"/>
              </a:rPr>
              <a:t>Create Facility Questionnaire</a:t>
            </a:r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A74645-6C8F-5717-E155-0BCF06A5E5E4}"/>
              </a:ext>
            </a:extLst>
          </p:cNvPr>
          <p:cNvSpPr/>
          <p:nvPr/>
        </p:nvSpPr>
        <p:spPr>
          <a:xfrm>
            <a:off x="5549358" y="4886129"/>
            <a:ext cx="1342103" cy="765432"/>
          </a:xfrm>
          <a:prstGeom prst="rec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Complete  Facility Questionnaire</a:t>
            </a:r>
          </a:p>
        </p:txBody>
      </p:sp>
      <p:sp>
        <p:nvSpPr>
          <p:cNvPr id="20" name="Rectangle 19">
            <a:hlinkClick r:id="rId10"/>
            <a:extLst>
              <a:ext uri="{FF2B5EF4-FFF2-40B4-BE49-F238E27FC236}">
                <a16:creationId xmlns:a16="http://schemas.microsoft.com/office/drawing/2014/main" id="{E3174659-57B6-84E0-A7CD-B62D529F0200}"/>
              </a:ext>
            </a:extLst>
          </p:cNvPr>
          <p:cNvSpPr/>
          <p:nvPr/>
        </p:nvSpPr>
        <p:spPr>
          <a:xfrm>
            <a:off x="2618906" y="2987946"/>
            <a:ext cx="1342103" cy="8233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Match Line List to ULI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8790643-5652-0D40-5FC8-CAF2CE96DD67}"/>
              </a:ext>
            </a:extLst>
          </p:cNvPr>
          <p:cNvCxnSpPr>
            <a:stCxn id="14" idx="0"/>
            <a:endCxn id="20" idx="2"/>
          </p:cNvCxnSpPr>
          <p:nvPr/>
        </p:nvCxnSpPr>
        <p:spPr>
          <a:xfrm rot="5400000" flipH="1" flipV="1">
            <a:off x="1993581" y="3593374"/>
            <a:ext cx="1078482" cy="151427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04C32EF-FA95-CD3B-5A2C-AE940F252A68}"/>
              </a:ext>
            </a:extLst>
          </p:cNvPr>
          <p:cNvCxnSpPr>
            <a:cxnSpLocks/>
            <a:stCxn id="15" idx="0"/>
            <a:endCxn id="20" idx="2"/>
          </p:cNvCxnSpPr>
          <p:nvPr/>
        </p:nvCxnSpPr>
        <p:spPr>
          <a:xfrm rot="5400000" flipH="1" flipV="1">
            <a:off x="2752528" y="4348066"/>
            <a:ext cx="1074861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A53B34E-B998-5FAC-FD5F-5BD58D8198BC}"/>
              </a:ext>
            </a:extLst>
          </p:cNvPr>
          <p:cNvCxnSpPr>
            <a:stCxn id="12" idx="3"/>
            <a:endCxn id="20" idx="1"/>
          </p:cNvCxnSpPr>
          <p:nvPr/>
        </p:nvCxnSpPr>
        <p:spPr>
          <a:xfrm flipV="1">
            <a:off x="2444213" y="3399607"/>
            <a:ext cx="174693" cy="1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hlinkClick r:id="rId9"/>
            <a:extLst>
              <a:ext uri="{FF2B5EF4-FFF2-40B4-BE49-F238E27FC236}">
                <a16:creationId xmlns:a16="http://schemas.microsoft.com/office/drawing/2014/main" id="{0157CBBA-6E20-25A0-A16E-476B40A926DC}"/>
              </a:ext>
            </a:extLst>
          </p:cNvPr>
          <p:cNvSpPr/>
          <p:nvPr/>
        </p:nvSpPr>
        <p:spPr>
          <a:xfrm>
            <a:off x="5468931" y="3002189"/>
            <a:ext cx="1342103" cy="823322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cs typeface="Arial"/>
              </a:rPr>
              <a:t>Create Outbreak (exposure) Questionnaire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6F12AD-A670-FC5A-89DA-B74D3BC0400C}"/>
              </a:ext>
            </a:extLst>
          </p:cNvPr>
          <p:cNvSpPr/>
          <p:nvPr/>
        </p:nvSpPr>
        <p:spPr>
          <a:xfrm rot="16200000">
            <a:off x="4106366" y="-1826826"/>
            <a:ext cx="927782" cy="863907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>
                <a:solidFill>
                  <a:srgbClr val="C00000"/>
                </a:solidFill>
              </a:rPr>
              <a:t>Albertan</a:t>
            </a:r>
          </a:p>
        </p:txBody>
      </p:sp>
      <p:sp>
        <p:nvSpPr>
          <p:cNvPr id="26" name="Rectangle 25">
            <a:hlinkClick r:id="rId9"/>
            <a:extLst>
              <a:ext uri="{FF2B5EF4-FFF2-40B4-BE49-F238E27FC236}">
                <a16:creationId xmlns:a16="http://schemas.microsoft.com/office/drawing/2014/main" id="{65E99C66-7A9E-2CAC-5008-7D6EBB3E143C}"/>
              </a:ext>
            </a:extLst>
          </p:cNvPr>
          <p:cNvSpPr/>
          <p:nvPr/>
        </p:nvSpPr>
        <p:spPr>
          <a:xfrm>
            <a:off x="5468931" y="2088195"/>
            <a:ext cx="1342103" cy="82332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cs typeface="Arial"/>
              </a:rPr>
              <a:t>Complete Questionnaire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94975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65EEA-8CFB-4CEF-C2D8-7AF427391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6007-21FB-2674-6451-651879DA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94" y="723161"/>
            <a:ext cx="8158557" cy="602437"/>
          </a:xfrm>
        </p:spPr>
        <p:txBody>
          <a:bodyPr/>
          <a:lstStyle/>
          <a:p>
            <a:r>
              <a:rPr lang="en-US" dirty="0"/>
              <a:t>Manage Outbreak Stage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0D44498-7FFA-FF38-F5F9-2208D4A54A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0328001"/>
              </p:ext>
            </p:extLst>
          </p:nvPr>
        </p:nvGraphicFramePr>
        <p:xfrm>
          <a:off x="719350" y="1238703"/>
          <a:ext cx="7702550" cy="945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834C3B-1D95-212E-C8ED-E6B9F1732F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Communicable Disease Solution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C50B0-75C5-42B3-6985-970C0BE03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39BB91-5DDD-4FF0-AA8B-B54FEC5F3DC9}" type="slidenum">
              <a:rPr lang="en-US" smtClean="0"/>
              <a:t>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09C4A9-D91A-934C-EC92-3F997543FF17}"/>
              </a:ext>
            </a:extLst>
          </p:cNvPr>
          <p:cNvSpPr/>
          <p:nvPr/>
        </p:nvSpPr>
        <p:spPr>
          <a:xfrm rot="16200000">
            <a:off x="4055050" y="-1263664"/>
            <a:ext cx="1030416" cy="863907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solidFill>
                  <a:schemeClr val="accent1"/>
                </a:solidFill>
              </a:rPr>
              <a:t>Investigator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4DE99A-563F-6E93-B69A-412D8A251F62}"/>
              </a:ext>
            </a:extLst>
          </p:cNvPr>
          <p:cNvSpPr/>
          <p:nvPr/>
        </p:nvSpPr>
        <p:spPr>
          <a:xfrm rot="16200000">
            <a:off x="4055050" y="-233248"/>
            <a:ext cx="1030416" cy="863907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 dirty="0">
                <a:solidFill>
                  <a:srgbClr val="7030A0"/>
                </a:solidFill>
                <a:cs typeface="Arial"/>
              </a:rPr>
              <a:t>Regulatory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5C592B-F2C2-2E97-0B3C-3BE57BF6ECB0}"/>
              </a:ext>
            </a:extLst>
          </p:cNvPr>
          <p:cNvSpPr/>
          <p:nvPr/>
        </p:nvSpPr>
        <p:spPr>
          <a:xfrm rot="16200000">
            <a:off x="4055049" y="799180"/>
            <a:ext cx="1030416" cy="8639073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097370-D0F6-BB08-5308-45389F531F0F}"/>
              </a:ext>
            </a:extLst>
          </p:cNvPr>
          <p:cNvSpPr/>
          <p:nvPr/>
        </p:nvSpPr>
        <p:spPr>
          <a:xfrm rot="16200000">
            <a:off x="4055050" y="1814969"/>
            <a:ext cx="1030416" cy="863907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Medical Officer of Health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angle 11">
            <a:hlinkClick r:id="rId7"/>
            <a:extLst>
              <a:ext uri="{FF2B5EF4-FFF2-40B4-BE49-F238E27FC236}">
                <a16:creationId xmlns:a16="http://schemas.microsoft.com/office/drawing/2014/main" id="{D6459A86-B59B-FF30-43E9-0D268C8F6502}"/>
              </a:ext>
            </a:extLst>
          </p:cNvPr>
          <p:cNvSpPr/>
          <p:nvPr/>
        </p:nvSpPr>
        <p:spPr>
          <a:xfrm>
            <a:off x="719350" y="4661516"/>
            <a:ext cx="1342103" cy="914400"/>
          </a:xfrm>
          <a:prstGeom prst="rect">
            <a:avLst/>
          </a:prstGeom>
          <a:solidFill>
            <a:srgbClr val="FFC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Assign Outbreak Resources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56A56DD-D551-315E-D503-AA23AB37535A}"/>
              </a:ext>
            </a:extLst>
          </p:cNvPr>
          <p:cNvSpPr/>
          <p:nvPr/>
        </p:nvSpPr>
        <p:spPr>
          <a:xfrm>
            <a:off x="6815598" y="2599698"/>
            <a:ext cx="1342103" cy="91440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cs typeface="Arial"/>
              </a:rPr>
              <a:t>Create Daily Sit Reports</a:t>
            </a:r>
            <a:endParaRPr lang="en-US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FF62E-6E3F-A494-AC15-05D0C3C528A1}"/>
              </a:ext>
            </a:extLst>
          </p:cNvPr>
          <p:cNvSpPr/>
          <p:nvPr/>
        </p:nvSpPr>
        <p:spPr>
          <a:xfrm>
            <a:off x="2285503" y="4664354"/>
            <a:ext cx="1342103" cy="914400"/>
          </a:xfrm>
          <a:prstGeom prst="rect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Manage Outbreak Tasks</a:t>
            </a:r>
          </a:p>
        </p:txBody>
      </p:sp>
      <p:sp>
        <p:nvSpPr>
          <p:cNvPr id="13" name="Rectangle 12">
            <a:hlinkClick r:id="rId8"/>
            <a:extLst>
              <a:ext uri="{FF2B5EF4-FFF2-40B4-BE49-F238E27FC236}">
                <a16:creationId xmlns:a16="http://schemas.microsoft.com/office/drawing/2014/main" id="{317BE53B-15A6-59C8-3B4B-E7B49D8B8B98}"/>
              </a:ext>
            </a:extLst>
          </p:cNvPr>
          <p:cNvSpPr/>
          <p:nvPr/>
        </p:nvSpPr>
        <p:spPr>
          <a:xfrm>
            <a:off x="3772438" y="5715590"/>
            <a:ext cx="1342103" cy="82332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>
                <a:cs typeface="Arial"/>
              </a:rPr>
              <a:t>Sign Orders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6BEB8E-8F7F-22D9-99AF-CFA1243495A5}"/>
              </a:ext>
            </a:extLst>
          </p:cNvPr>
          <p:cNvSpPr/>
          <p:nvPr/>
        </p:nvSpPr>
        <p:spPr>
          <a:xfrm>
            <a:off x="5331731" y="2604980"/>
            <a:ext cx="1342103" cy="91440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Outbreak Management Reporting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3585F6-3349-4203-F605-F9B3AA215DB3}"/>
              </a:ext>
            </a:extLst>
          </p:cNvPr>
          <p:cNvSpPr/>
          <p:nvPr/>
        </p:nvSpPr>
        <p:spPr>
          <a:xfrm>
            <a:off x="6815597" y="3629088"/>
            <a:ext cx="1342103" cy="914400"/>
          </a:xfrm>
          <a:prstGeom prst="rect">
            <a:avLst/>
          </a:prstGeom>
          <a:solidFill>
            <a:srgbClr val="7030A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>
                <a:cs typeface="Arial"/>
              </a:rPr>
              <a:t>Review Situation Reports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0E368-3666-C1AD-ECE0-09311185FF09}"/>
              </a:ext>
            </a:extLst>
          </p:cNvPr>
          <p:cNvSpPr/>
          <p:nvPr/>
        </p:nvSpPr>
        <p:spPr>
          <a:xfrm>
            <a:off x="2328403" y="2598673"/>
            <a:ext cx="1342103" cy="91440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Manage Outbreak Tasks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71F547-679E-BCB5-9A27-C6E1F78CC8D2}"/>
              </a:ext>
            </a:extLst>
          </p:cNvPr>
          <p:cNvSpPr/>
          <p:nvPr/>
        </p:nvSpPr>
        <p:spPr>
          <a:xfrm>
            <a:off x="2285502" y="5680143"/>
            <a:ext cx="1342103" cy="914400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Manage Outbreak Tasks</a:t>
            </a:r>
          </a:p>
        </p:txBody>
      </p:sp>
    </p:spTree>
    <p:extLst>
      <p:ext uri="{BB962C8B-B14F-4D97-AF65-F5344CB8AC3E}">
        <p14:creationId xmlns:p14="http://schemas.microsoft.com/office/powerpoint/2010/main" val="3756989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88558-146E-9F57-2F93-30F6AEC5F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898B-E68C-FDBB-3898-53CABF6B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94" y="723161"/>
            <a:ext cx="8158557" cy="602437"/>
          </a:xfrm>
        </p:spPr>
        <p:txBody>
          <a:bodyPr/>
          <a:lstStyle/>
          <a:p>
            <a:r>
              <a:rPr lang="en-US" dirty="0"/>
              <a:t>Close Outbreak Stage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AC4383D-697A-1EDD-E321-7BC82095D5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417690"/>
              </p:ext>
            </p:extLst>
          </p:nvPr>
        </p:nvGraphicFramePr>
        <p:xfrm>
          <a:off x="719350" y="1238703"/>
          <a:ext cx="7702550" cy="945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41C63-0895-3B75-2EA5-649BADAB8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Communicable Disease Solution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94129-9A55-525C-8E0A-BD95BEB37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639BB91-5DDD-4FF0-AA8B-B54FEC5F3DC9}" type="slidenum">
              <a:rPr lang="en-US" smtClean="0"/>
              <a:t>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ED0630-01CF-459A-92BA-0CD83EA15079}"/>
              </a:ext>
            </a:extLst>
          </p:cNvPr>
          <p:cNvSpPr/>
          <p:nvPr/>
        </p:nvSpPr>
        <p:spPr>
          <a:xfrm rot="16200000">
            <a:off x="4055050" y="-1263664"/>
            <a:ext cx="1030416" cy="863907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solidFill>
                  <a:schemeClr val="accent1"/>
                </a:solidFill>
              </a:rPr>
              <a:t>Investigator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CB801A-18F7-391C-ED46-DA97AD9962BB}"/>
              </a:ext>
            </a:extLst>
          </p:cNvPr>
          <p:cNvSpPr/>
          <p:nvPr/>
        </p:nvSpPr>
        <p:spPr>
          <a:xfrm rot="16200000">
            <a:off x="4055050" y="-233248"/>
            <a:ext cx="1030416" cy="8639073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>
                <a:solidFill>
                  <a:srgbClr val="7030A0"/>
                </a:solidFill>
                <a:cs typeface="Arial"/>
              </a:rPr>
              <a:t>Ministry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626F86-B6CA-22A9-801D-5F93C8A296F4}"/>
              </a:ext>
            </a:extLst>
          </p:cNvPr>
          <p:cNvSpPr/>
          <p:nvPr/>
        </p:nvSpPr>
        <p:spPr>
          <a:xfrm rot="16200000">
            <a:off x="4055049" y="799180"/>
            <a:ext cx="1030416" cy="8639073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 dirty="0">
                <a:solidFill>
                  <a:srgbClr val="FFC000"/>
                </a:solidFill>
              </a:rPr>
              <a:t>CDC/SHE 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505C9C-27E9-3BCD-DE8F-A65E01763C8B}"/>
              </a:ext>
            </a:extLst>
          </p:cNvPr>
          <p:cNvSpPr/>
          <p:nvPr/>
        </p:nvSpPr>
        <p:spPr>
          <a:xfrm rot="16200000">
            <a:off x="4055049" y="1827585"/>
            <a:ext cx="1030416" cy="8639073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Medical Officer of Health</a:t>
            </a:r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Rectangle 32">
            <a:hlinkClick r:id="rId7"/>
            <a:extLst>
              <a:ext uri="{FF2B5EF4-FFF2-40B4-BE49-F238E27FC236}">
                <a16:creationId xmlns:a16="http://schemas.microsoft.com/office/drawing/2014/main" id="{0C6E9FFC-E0B3-CD43-E5F9-5D9267A21CC0}"/>
              </a:ext>
            </a:extLst>
          </p:cNvPr>
          <p:cNvSpPr/>
          <p:nvPr/>
        </p:nvSpPr>
        <p:spPr>
          <a:xfrm>
            <a:off x="4039145" y="3625317"/>
            <a:ext cx="1342103" cy="9144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Receive final AORF</a:t>
            </a:r>
          </a:p>
        </p:txBody>
      </p:sp>
      <p:sp>
        <p:nvSpPr>
          <p:cNvPr id="3" name="Rectangle 2">
            <a:hlinkClick r:id="rId8"/>
            <a:extLst>
              <a:ext uri="{FF2B5EF4-FFF2-40B4-BE49-F238E27FC236}">
                <a16:creationId xmlns:a16="http://schemas.microsoft.com/office/drawing/2014/main" id="{338D5453-9AF7-DC87-8658-2A76E720CB37}"/>
              </a:ext>
            </a:extLst>
          </p:cNvPr>
          <p:cNvSpPr/>
          <p:nvPr/>
        </p:nvSpPr>
        <p:spPr>
          <a:xfrm>
            <a:off x="4039145" y="2618624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Complete Outbreak Summary Report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993069FF-B16A-0471-B453-5C060DD28308}"/>
              </a:ext>
            </a:extLst>
          </p:cNvPr>
          <p:cNvSpPr/>
          <p:nvPr/>
        </p:nvSpPr>
        <p:spPr>
          <a:xfrm>
            <a:off x="1012315" y="5666988"/>
            <a:ext cx="1341689" cy="935702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/>
              <a:t>Outbreak ready to close?</a:t>
            </a:r>
            <a:endParaRPr lang="en-US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0A466A-DB7C-1742-8E46-F943E4F2C53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683160" y="3507519"/>
            <a:ext cx="207" cy="2159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hlinkClick r:id="rId8"/>
            <a:extLst>
              <a:ext uri="{FF2B5EF4-FFF2-40B4-BE49-F238E27FC236}">
                <a16:creationId xmlns:a16="http://schemas.microsoft.com/office/drawing/2014/main" id="{8E598221-83DA-8926-3985-909C11A4B909}"/>
              </a:ext>
            </a:extLst>
          </p:cNvPr>
          <p:cNvSpPr/>
          <p:nvPr/>
        </p:nvSpPr>
        <p:spPr>
          <a:xfrm>
            <a:off x="1078125" y="2593119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Document Closure Communications</a:t>
            </a:r>
          </a:p>
        </p:txBody>
      </p:sp>
      <p:sp>
        <p:nvSpPr>
          <p:cNvPr id="18" name="Rectangle 17">
            <a:hlinkClick r:id="rId8"/>
            <a:extLst>
              <a:ext uri="{FF2B5EF4-FFF2-40B4-BE49-F238E27FC236}">
                <a16:creationId xmlns:a16="http://schemas.microsoft.com/office/drawing/2014/main" id="{7714F4FA-0079-0A8C-7B1F-42082CA763ED}"/>
              </a:ext>
            </a:extLst>
          </p:cNvPr>
          <p:cNvSpPr/>
          <p:nvPr/>
        </p:nvSpPr>
        <p:spPr>
          <a:xfrm>
            <a:off x="5583558" y="2596955"/>
            <a:ext cx="1342103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Update Outbreak Status</a:t>
            </a:r>
          </a:p>
        </p:txBody>
      </p:sp>
    </p:spTree>
    <p:extLst>
      <p:ext uri="{BB962C8B-B14F-4D97-AF65-F5344CB8AC3E}">
        <p14:creationId xmlns:p14="http://schemas.microsoft.com/office/powerpoint/2010/main" val="343782089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ic AHS SBAR" id="{A5F47F32-CF92-4906-8700-B7A37710F4E5}" vid="{62B5583B-C1B6-4DD9-89C9-1E1D3BB53A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2F1D0EBA475544A51A1349B82B4D02" ma:contentTypeVersion="7" ma:contentTypeDescription="Create a new document." ma:contentTypeScope="" ma:versionID="40aed8bc345a0d93821fa9dc8ca2f441">
  <xsd:schema xmlns:xsd="http://www.w3.org/2001/XMLSchema" xmlns:xs="http://www.w3.org/2001/XMLSchema" xmlns:p="http://schemas.microsoft.com/office/2006/metadata/properties" xmlns:ns2="eb7f79a8-4819-4432-83dd-1aa155f27fdf" targetNamespace="http://schemas.microsoft.com/office/2006/metadata/properties" ma:root="true" ma:fieldsID="b676c6d232c6284b30554c00b6886bbb" ns2:_="">
    <xsd:import namespace="eb7f79a8-4819-4432-83dd-1aa155f27f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f79a8-4819-4432-83dd-1aa155f27f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E402DF-7454-42BE-8245-195AA81E70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347D90-7889-4659-BF2D-57F4D1E6B570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eb7f79a8-4819-4432-83dd-1aa155f27fdf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63D2A92-EB75-4347-A31F-0362FD7E45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7f79a8-4819-4432-83dd-1aa155f27f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961</TotalTime>
  <Words>331</Words>
  <Application>Microsoft Macintosh PowerPoint</Application>
  <PresentationFormat>On-screen Show (4:3)</PresentationFormat>
  <Paragraphs>128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 2</vt:lpstr>
      <vt:lpstr>Frame</vt:lpstr>
      <vt:lpstr>Communicable  Disease  Solution  Design  Outbreak Value Stream</vt:lpstr>
      <vt:lpstr>Communicable Disease Value Stream Network</vt:lpstr>
      <vt:lpstr>Target State Communicable Disease Solution (CDS) Architecture</vt:lpstr>
      <vt:lpstr>Confirm Outbreak Stage</vt:lpstr>
      <vt:lpstr>Open Outbreak Stage</vt:lpstr>
      <vt:lpstr>Exposure Trace Outbreak Stage</vt:lpstr>
      <vt:lpstr>Manage Outbreak Stage</vt:lpstr>
      <vt:lpstr>Close Outbreak Stage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Alec Blair</dc:creator>
  <cp:keywords>SBAR;Alternatives</cp:keywords>
  <cp:lastModifiedBy>Alec Blair</cp:lastModifiedBy>
  <cp:revision>91</cp:revision>
  <dcterms:created xsi:type="dcterms:W3CDTF">2025-06-10T15:46:40Z</dcterms:created>
  <dcterms:modified xsi:type="dcterms:W3CDTF">2026-06-26T14:05:48Z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0x010100E42F1D0EBA475544A51A1349B82B4D02</vt:lpwstr>
  </property>
  <property fmtid="{D5CDD505-2E9C-101B-9397-08002B2CF9AE}" pid="3" name="Status">
    <vt:lpwstr>Draft</vt:lpwstr>
  </property>
</Properties>
</file>